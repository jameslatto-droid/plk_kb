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377147" r:id="rId2"/>
    <p:sldId id="2147377150" r:id="rId3"/>
    <p:sldId id="2147377151" r:id="rId4"/>
    <p:sldId id="214737714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BAC48-FF65-41C7-8EB2-4ABE4EF56F29}" v="3" dt="2023-03-31T10:13:43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5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Latto" userId="0aace7dc3ca8a905" providerId="LiveId" clId="{1E1BAC48-FF65-41C7-8EB2-4ABE4EF56F29}"/>
    <pc:docChg chg="custSel modSld">
      <pc:chgData name="Jim Latto" userId="0aace7dc3ca8a905" providerId="LiveId" clId="{1E1BAC48-FF65-41C7-8EB2-4ABE4EF56F29}" dt="2023-03-22T16:07:02.513" v="97" actId="20577"/>
      <pc:docMkLst>
        <pc:docMk/>
      </pc:docMkLst>
      <pc:sldChg chg="modSp mod">
        <pc:chgData name="Jim Latto" userId="0aace7dc3ca8a905" providerId="LiveId" clId="{1E1BAC48-FF65-41C7-8EB2-4ABE4EF56F29}" dt="2023-03-22T16:07:02.513" v="97" actId="20577"/>
        <pc:sldMkLst>
          <pc:docMk/>
          <pc:sldMk cId="1399842031" sldId="2147377149"/>
        </pc:sldMkLst>
        <pc:spChg chg="mod">
          <ac:chgData name="Jim Latto" userId="0aace7dc3ca8a905" providerId="LiveId" clId="{1E1BAC48-FF65-41C7-8EB2-4ABE4EF56F29}" dt="2023-03-22T16:07:02.513" v="97" actId="20577"/>
          <ac:spMkLst>
            <pc:docMk/>
            <pc:sldMk cId="1399842031" sldId="2147377149"/>
            <ac:spMk id="3" creationId="{339F8B51-388C-2284-1B1B-F12A7EB12FCE}"/>
          </ac:spMkLst>
        </pc:spChg>
        <pc:spChg chg="mod">
          <ac:chgData name="Jim Latto" userId="0aace7dc3ca8a905" providerId="LiveId" clId="{1E1BAC48-FF65-41C7-8EB2-4ABE4EF56F29}" dt="2023-03-22T16:05:54.078" v="2" actId="20577"/>
          <ac:spMkLst>
            <pc:docMk/>
            <pc:sldMk cId="1399842031" sldId="2147377149"/>
            <ac:spMk id="11" creationId="{CB7C015E-F2BC-14BB-0A65-0832BA3EE14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E7A677-451E-4572-B02E-6D99DF9053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spcAft>
                <a:spcPts val="0"/>
              </a:spcAft>
              <a:defRPr sz="5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10337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572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6791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&#10;">
            <a:extLst>
              <a:ext uri="{FF2B5EF4-FFF2-40B4-BE49-F238E27FC236}">
                <a16:creationId xmlns:a16="http://schemas.microsoft.com/office/drawing/2014/main" id="{6BC105F6-BAC8-4C89-90B4-493E1EEC52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10337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572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00317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87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 led - re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A838925-91C9-41A6-B2D7-CA69C6DFF5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 sz="1000"/>
              <a:t>Click on the icon to insert an image &gt; Right Click &gt; Send to Back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cover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10337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572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8" name="Picture 7" descr="&#10;">
            <a:extLst>
              <a:ext uri="{FF2B5EF4-FFF2-40B4-BE49-F238E27FC236}">
                <a16:creationId xmlns:a16="http://schemas.microsoft.com/office/drawing/2014/main" id="{94F4405A-F7CA-CF44-A963-4ABC4EBB81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23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96BE32A-F5EC-4F7B-8C63-941D64A724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 &gt; Right Click &gt;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 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8BC22-87BE-4D4F-9E34-A49425AC61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50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812F58D-8CAF-41B5-B939-C82360B2DF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 &gt; Right Click &gt;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9233D-C610-AD4F-982E-AEDDD1E3E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9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9274F1A-9C10-417E-9AEE-4F143E201AEC}"/>
              </a:ext>
            </a:extLst>
          </p:cNvPr>
          <p:cNvSpPr/>
          <p:nvPr userDrawn="1"/>
        </p:nvSpPr>
        <p:spPr>
          <a:xfrm flipH="1">
            <a:off x="0" y="0"/>
            <a:ext cx="10020300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 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D5A90F7-5FDF-EA45-B744-518116FA81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2669"/>
            <a:ext cx="12192000" cy="685800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 &gt; Right Click &gt; Send to Back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D0A271-9092-8544-B5BB-E912819FB2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7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39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 descr="A picture containing person&#10;&#10;Description automatically generated">
            <a:extLst>
              <a:ext uri="{FF2B5EF4-FFF2-40B4-BE49-F238E27FC236}">
                <a16:creationId xmlns:a16="http://schemas.microsoft.com/office/drawing/2014/main" id="{9C4371F3-7202-4FBA-ADE2-08CDDA2C39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7185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274F1A-9C10-417E-9AEE-4F143E201AEC}"/>
              </a:ext>
            </a:extLst>
          </p:cNvPr>
          <p:cNvSpPr/>
          <p:nvPr userDrawn="1"/>
        </p:nvSpPr>
        <p:spPr>
          <a:xfrm flipH="1">
            <a:off x="-2" y="0"/>
            <a:ext cx="11176001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0"/>
          </a:gra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Presentation Subtitle 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  <p:pic>
        <p:nvPicPr>
          <p:cNvPr id="18" name="Picture 17" descr="&#10;">
            <a:extLst>
              <a:ext uri="{FF2B5EF4-FFF2-40B4-BE49-F238E27FC236}">
                <a16:creationId xmlns:a16="http://schemas.microsoft.com/office/drawing/2014/main" id="{EED6591A-F311-4C34-A0A2-B699B96C02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2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Image-led SA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38E344-A2DD-45C2-A6B5-B9347A7A84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EA2F65-C185-447C-ACCA-99B8A1EB9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971801"/>
            <a:ext cx="4572000" cy="1371599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Image-led cover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8109ABF-016F-4E47-9261-744ED081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814455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670293C-AB2F-4468-BF52-B377EE380E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2020</a:t>
            </a:r>
          </a:p>
        </p:txBody>
      </p:sp>
    </p:spTree>
    <p:extLst>
      <p:ext uri="{BB962C8B-B14F-4D97-AF65-F5344CB8AC3E}">
        <p14:creationId xmlns:p14="http://schemas.microsoft.com/office/powerpoint/2010/main" val="256295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Divider - Text Style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E7A677-451E-4572-B02E-6D99DF9053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E053F12C-C080-4057-B936-8C04B6DF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143001"/>
            <a:ext cx="11277600" cy="914399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/>
              <a:t>Large Cover Title 56 (4 x body)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66925"/>
            <a:ext cx="11277600" cy="4572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Medium Cover Title 42 (3 x body)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DC4F72B-E736-4083-BE66-D466263257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54630"/>
            <a:ext cx="11277600" cy="4572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3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Cover Title 35 (2.5 x body)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429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Large Cover Subtitle 21 (1.5 x body)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89763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Cover Subtitle 16</a:t>
            </a:r>
          </a:p>
        </p:txBody>
      </p:sp>
    </p:spTree>
    <p:extLst>
      <p:ext uri="{BB962C8B-B14F-4D97-AF65-F5344CB8AC3E}">
        <p14:creationId xmlns:p14="http://schemas.microsoft.com/office/powerpoint/2010/main" val="2086437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s - Text Style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E7A677-451E-4572-B02E-6D99DF9053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149927"/>
            <a:ext cx="11277600" cy="4572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Large Headline 42 (3x std body)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DC4F72B-E736-4083-BE66-D466263257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828800"/>
            <a:ext cx="11277600" cy="447675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Medium Headline 28 (2x std body)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514600"/>
            <a:ext cx="11277600" cy="4572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Headline 21 (1.5x std body)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0CA5305-0A60-41DB-809C-6E372BA94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6576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Intro paragraph or X-Large body 18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9B6C8AA7-E793-47B6-97BB-D31CDD5923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50292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Standard Sub-title or Large body size 16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E63786F-4A2A-4D5C-8FC7-0BFD8A9B52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0300" y="36576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Standard body size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C7D847D9-DB3C-4BCE-B36E-39F419E4F6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0300" y="5257800"/>
            <a:ext cx="45720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Minimum body size 12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F506D4C5-287B-40E8-9244-1F03842F09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0300" y="4114800"/>
            <a:ext cx="4572000" cy="6858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98EA915-7041-4CAE-BD2D-3AB6410C83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4114800"/>
            <a:ext cx="4572000" cy="6858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−"/>
              <a:defRPr sz="1800"/>
            </a:lvl2pPr>
          </a:lstStyle>
          <a:p>
            <a:pPr lvl="0"/>
            <a:r>
              <a:rPr lang="en-US"/>
              <a:t>X-Large bullet 18</a:t>
            </a:r>
          </a:p>
          <a:p>
            <a:pPr lvl="1"/>
            <a:r>
              <a:rPr lang="en-US"/>
              <a:t>Second level X-Large bullet 18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78F1FE68-338B-404A-A61C-DFCB3E450E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5486400"/>
            <a:ext cx="4572000" cy="6858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</a:defRPr>
            </a:lvl1pPr>
            <a:lvl2pPr marL="540000" indent="-270000">
              <a:buFont typeface="Arial" panose="020B0604020202020204" pitchFamily="34" charset="0"/>
              <a:buChar char="−"/>
              <a:defRPr sz="1600"/>
            </a:lvl2pPr>
          </a:lstStyle>
          <a:p>
            <a:pPr lvl="0"/>
            <a:r>
              <a:rPr lang="en-US"/>
              <a:t>Large bullet 16</a:t>
            </a:r>
          </a:p>
          <a:p>
            <a:pPr lvl="1"/>
            <a:r>
              <a:rPr lang="en-US"/>
              <a:t>Second level Large bullet 16</a:t>
            </a:r>
          </a:p>
        </p:txBody>
      </p:sp>
    </p:spTree>
    <p:extLst>
      <p:ext uri="{BB962C8B-B14F-4D97-AF65-F5344CB8AC3E}">
        <p14:creationId xmlns:p14="http://schemas.microsoft.com/office/powerpoint/2010/main" val="52059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29CCC071-0048-42C0-91B1-1B1F9F5C22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 sz="1000"/>
              <a:t>Click on the icon  to insert an image &gt; Right Click &gt; Send to Back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41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 re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C07588C-B7D9-48C0-844A-A316534DCE4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1000"/>
              <a:t>Click on the icon  to insert an image &gt; Right Click &gt; Send to Back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78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 rever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36229C3E-23B7-4F4C-B2E3-EDD755E7A0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tIns="91440" bIns="9144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r>
              <a:rPr lang="en-US" sz="1000"/>
              <a:t>Click on the icon  to insert an image &gt; Right Click &gt; Send to Back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26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66783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59076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2860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5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004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Divider subtitle if required</a:t>
            </a:r>
          </a:p>
        </p:txBody>
      </p:sp>
    </p:spTree>
    <p:extLst>
      <p:ext uri="{BB962C8B-B14F-4D97-AF65-F5344CB8AC3E}">
        <p14:creationId xmlns:p14="http://schemas.microsoft.com/office/powerpoint/2010/main" val="32201643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 with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7E987CF-25C4-46C4-83B9-E828B5CF9F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7432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286000"/>
            <a:ext cx="11277600" cy="2286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Number</a:t>
            </a:r>
          </a:p>
        </p:txBody>
      </p:sp>
    </p:spTree>
    <p:extLst>
      <p:ext uri="{BB962C8B-B14F-4D97-AF65-F5344CB8AC3E}">
        <p14:creationId xmlns:p14="http://schemas.microsoft.com/office/powerpoint/2010/main" val="390715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Image-led rever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254DC9E-75F9-4E4C-BA7B-8298E4C7AEA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36FC3B7-CE63-45A8-AF2C-CCB25DA9F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743200"/>
            <a:ext cx="11277600" cy="68580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Image-led divider title</a:t>
            </a:r>
          </a:p>
        </p:txBody>
      </p:sp>
    </p:spTree>
    <p:extLst>
      <p:ext uri="{BB962C8B-B14F-4D97-AF65-F5344CB8AC3E}">
        <p14:creationId xmlns:p14="http://schemas.microsoft.com/office/powerpoint/2010/main" val="2906318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ackground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AA1C7B-1C87-44D3-8151-544370BB9A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55EFD41-CA14-4D91-9151-AEAAE55C5A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5598"/>
            <a:ext cx="4800600" cy="18262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41690DB-3471-4FEF-A4B0-BB9B766AF6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57600"/>
            <a:ext cx="5524500" cy="1828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3A1976C-1DAD-4BD7-9A17-AC5487B6D09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0" y="457201"/>
            <a:ext cx="5524500" cy="5943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the icon  to insert an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65D05-53F7-B44B-B831-FA24733F171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fld id="{F31E42D4-B472-4D33-8D3D-6F0C0E7887EA}" type="datetime3">
              <a:rPr lang="en-US" smtClean="0"/>
              <a:pPr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058ECD-8C31-0C4B-A91F-D3E7F9CE0F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FB949A-4B4B-C141-8A4D-A1C4C05867D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69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ackground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AA1C7B-1C87-44D3-8151-544370BB9A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55EFD41-CA14-4D91-9151-AEAAE55C5A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5598"/>
            <a:ext cx="4800600" cy="18262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41690DB-3471-4FEF-A4B0-BB9B766AF6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57600"/>
            <a:ext cx="5524500" cy="1828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3A1976C-1DAD-4BD7-9A17-AC5487B6D09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0" y="457201"/>
            <a:ext cx="5524500" cy="5943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the icon  to insert an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D3BB0-A293-7049-831B-20C4E73A932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B0F480-E63B-764B-9BE8-57FAEC0D772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44A90A-516F-CE4B-B848-312AD30468F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39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ackgroun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55EFD41-CA14-4D91-9151-AEAAE55C5A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5598"/>
            <a:ext cx="4800600" cy="18262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4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41690DB-3471-4FEF-A4B0-BB9B766AF6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57600"/>
            <a:ext cx="5524500" cy="18288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3A1976C-1DAD-4BD7-9A17-AC5487B6D09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0" y="457201"/>
            <a:ext cx="5524500" cy="5943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 to insert an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49C73C-1A29-7B41-A521-4EA1500797A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52C68-2DA6-614E-A209-C53EBCF277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203B2-E688-A74C-BFD1-5A9DEDB1BC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17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Color Background - Text-led - Full Color Background - Text-led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F80006-7162-42A6-BB4F-9AB52F2B08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itle 13">
            <a:extLst>
              <a:ext uri="{FF2B5EF4-FFF2-40B4-BE49-F238E27FC236}">
                <a16:creationId xmlns:a16="http://schemas.microsoft.com/office/drawing/2014/main" id="{96D42F31-C76D-4A0C-AB96-F0E353E5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928"/>
            <a:ext cx="11277600" cy="15932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8068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ll Color Background - Text-led - Full Color Background - Text-led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DF80006-7162-42A6-BB4F-9AB52F2B08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itle 13">
            <a:extLst>
              <a:ext uri="{FF2B5EF4-FFF2-40B4-BE49-F238E27FC236}">
                <a16:creationId xmlns:a16="http://schemas.microsoft.com/office/drawing/2014/main" id="{96D42F31-C76D-4A0C-AB96-F0E353E5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928"/>
            <a:ext cx="11277600" cy="15932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5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025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overlay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91CADA-4197-ED4D-9D81-8B4649507C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610F">
              <a:alpha val="75000"/>
            </a:srgbClr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PH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5723794-4E50-48A6-BA6C-7CDB91BB6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09700" y="2286000"/>
            <a:ext cx="9372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800" b="0" i="1">
                <a:solidFill>
                  <a:schemeClr val="bg1"/>
                </a:solidFill>
              </a:defRPr>
            </a:lvl1pPr>
          </a:lstStyle>
          <a:p>
            <a:r>
              <a:rPr lang="en-US"/>
              <a:t>“An inspirational and credible client quote that backs up the key message throughout the document and is attempting to get across to the reader or assessor.”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39C0890-09A9-490C-925E-79471BE2C2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4114800"/>
            <a:ext cx="9372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Role Organization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7E987CF-25C4-46C4-83B9-E828B5CF9F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F78B5-8517-3242-BE91-604DE0D775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fld id="{F31E42D4-B472-4D33-8D3D-6F0C0E7887EA}" type="datetime3">
              <a:rPr lang="en-US" smtClean="0"/>
              <a:pPr/>
              <a:t>31 March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2C905-1913-DC4C-B171-B2BF659FD71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r>
              <a:rPr lang="en-US"/>
              <a:t>© Arcadis 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F0625-3B36-3D4E-90E7-535957E3212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9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overlay -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94B6CA-68F4-4F29-B1B2-5880C39BE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14600"/>
            <a:ext cx="4571999" cy="1142998"/>
          </a:xfrm>
        </p:spPr>
        <p:txBody>
          <a:bodyPr>
            <a:no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7C602180-74AB-4C47-90BF-1DB0B4AE12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57800" y="2514600"/>
            <a:ext cx="6477000" cy="18288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1971FC1-F2E6-4E68-8245-184991D6EF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EBBA1-EC9D-5243-B8B5-F94A8237300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FD3F8-D70D-6543-9369-29E9694E03F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27B1A-BAC8-2E4E-8780-147AE3CFED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Slide Overlay - 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4049965-34B5-48F5-8EBC-41C49A3311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E1C252-F8D8-B245-A44E-63FC8C772147}"/>
              </a:ext>
            </a:extLst>
          </p:cNvPr>
          <p:cNvSpPr/>
          <p:nvPr userDrawn="1"/>
        </p:nvSpPr>
        <p:spPr>
          <a:xfrm>
            <a:off x="1" y="0"/>
            <a:ext cx="3563331" cy="6858000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ECC8B-4B56-4777-97FD-BF1D9B8F0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600200"/>
            <a:ext cx="2466108" cy="914400"/>
          </a:xfrm>
        </p:spPr>
        <p:txBody>
          <a:bodyPr rIns="90000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AF6AE8-D2B1-4EB5-BBB4-9077B1F7CB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43200"/>
            <a:ext cx="2466109" cy="2514600"/>
          </a:xfrm>
          <a:prstGeom prst="rect">
            <a:avLst/>
          </a:prstGeom>
        </p:spPr>
        <p:txBody>
          <a:bodyPr lIns="0" tIns="0" rIns="90000" bIns="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D84B2-0381-4046-A13E-197199CC116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C05CD-BF01-3F46-96B8-6420EFFB5F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B2B99-6B94-3246-9493-2BF6361503D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4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ial Slide Overlay -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4049965-34B5-48F5-8EBC-41C49A3311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72079-4A6D-BB42-9B2B-1FC3AED21668}"/>
              </a:ext>
            </a:extLst>
          </p:cNvPr>
          <p:cNvSpPr/>
          <p:nvPr userDrawn="1"/>
        </p:nvSpPr>
        <p:spPr>
          <a:xfrm>
            <a:off x="0" y="0"/>
            <a:ext cx="4835237" cy="6858000"/>
          </a:xfrm>
          <a:prstGeom prst="rect">
            <a:avLst/>
          </a:prstGeom>
          <a:solidFill>
            <a:schemeClr val="accent1">
              <a:alpha val="75000"/>
            </a:schemeClr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ECC8B-4B56-4777-97FD-BF1D9B8F0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600201"/>
            <a:ext cx="4378036" cy="1142998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AF6AE8-D2B1-4EB5-BBB4-9077B1F7CB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3429000"/>
            <a:ext cx="4378036" cy="1828800"/>
          </a:xfrm>
          <a:prstGeom prst="rect">
            <a:avLst/>
          </a:prstGeom>
        </p:spPr>
        <p:txBody>
          <a:bodyPr lIns="0" tIns="0" rIns="0" bIns="0"/>
          <a:lstStyle>
            <a:lvl1pPr marL="2857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E0D9C-F7B2-D542-920F-4485C472AFC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079D0-751A-AE4F-AF58-37CC9A9A934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928A5-8CD3-0B41-8358-BFADDC9CF0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88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tin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43E271-585A-4BE6-84C9-3787B822945E}"/>
              </a:ext>
            </a:extLst>
          </p:cNvPr>
          <p:cNvSpPr/>
          <p:nvPr userDrawn="1"/>
        </p:nvSpPr>
        <p:spPr>
          <a:xfrm>
            <a:off x="0" y="0"/>
            <a:ext cx="5029200" cy="6857999"/>
          </a:xfrm>
          <a:prstGeom prst="rect">
            <a:avLst/>
          </a:prstGeom>
          <a:solidFill>
            <a:srgbClr val="E7E6E6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4049965-34B5-48F5-8EBC-41C49A3311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57800" y="914400"/>
            <a:ext cx="6477000" cy="29718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ECC8B-4B56-4777-97FD-BF1D9B8F0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914400"/>
            <a:ext cx="4378036" cy="27432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AF6AE8-D2B1-4EB5-BBB4-9077B1F7CB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4114800"/>
            <a:ext cx="4378036" cy="22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A2888DD6-4C08-481E-A9EB-9815DF6BFB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85510" y="41148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526F53BF-9DA3-4E25-8DD6-6B72682574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15300" y="4114800"/>
            <a:ext cx="26670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120E7F6D-CF3A-4D0B-BA18-8D08AD875D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85510" y="4572000"/>
            <a:ext cx="260119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AC39755-8A7B-44F0-ACE0-02BD1FF6F2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5300" y="4572000"/>
            <a:ext cx="26670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0CEB3C-53C9-4D4F-8FA5-29A2881318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18B55-58B5-444B-BC30-33F9772E5C0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E9649-AB82-F940-90A0-388DA9E3355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0AD33-714E-0245-9523-5FEF50F307B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400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tint block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43E271-585A-4BE6-84C9-3787B822945E}"/>
              </a:ext>
            </a:extLst>
          </p:cNvPr>
          <p:cNvSpPr/>
          <p:nvPr userDrawn="1"/>
        </p:nvSpPr>
        <p:spPr>
          <a:xfrm>
            <a:off x="0" y="0"/>
            <a:ext cx="4038600" cy="6857999"/>
          </a:xfrm>
          <a:prstGeom prst="rect">
            <a:avLst/>
          </a:prstGeom>
          <a:solidFill>
            <a:srgbClr val="E7E6E6"/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AFEDCA-5DFA-4012-BB79-36C20DA06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835726"/>
            <a:ext cx="3366654" cy="1593273"/>
          </a:xfrm>
        </p:spPr>
        <p:txBody>
          <a:bodyPr rIns="90000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68EE003-0251-496B-8C8B-76B18E754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57600"/>
            <a:ext cx="3366655" cy="1600200"/>
          </a:xfrm>
          <a:prstGeom prst="rect">
            <a:avLst/>
          </a:prstGeom>
        </p:spPr>
        <p:txBody>
          <a:bodyPr lIns="0" tIns="0" rIns="9000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FCD446E-D362-46C5-91D6-8B0C743A3773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4267200" y="914400"/>
            <a:ext cx="7467600" cy="45720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11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diagram</a:t>
            </a:r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28C9DA-F3D9-FB47-BFD9-EAA7267167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9A383E-6F88-4340-85F5-3D33E419EA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E8CDA-8FDF-FC4C-85C2-674EB9DCF65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FBAC9-1EA5-A34D-A400-D4BC607495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982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294B6CA-68F4-4F29-B1B2-5880C39BE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7400"/>
            <a:ext cx="4571999" cy="27432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7C602180-74AB-4C47-90BF-1DB0B4AE12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57800" y="2057400"/>
            <a:ext cx="6477000" cy="27432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99C13-96FF-4DD8-94E9-6E6C21066F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BF05E6-A4E7-5244-A763-BC92E44ABCD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74765-2552-4943-A27A-F293BDB6EFD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A115E-6F8C-F647-B88E-181597403E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678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Single column content slide title</a:t>
            </a:r>
            <a:endParaRPr lang="en-PH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768"/>
            <a:ext cx="11277600" cy="4572032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/>
            </a:lvl2pPr>
          </a:lstStyle>
          <a:p>
            <a:pPr lvl="0"/>
            <a:r>
              <a:rPr lang="en-US"/>
              <a:t>Standard Text 16</a:t>
            </a:r>
          </a:p>
          <a:p>
            <a:pPr lvl="0"/>
            <a:r>
              <a:rPr lang="en-US"/>
              <a:t>Standard bullet 16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AED97EB-122E-AB42-BCD8-3BFB1560AC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D8102CE-B5EE-0D4E-823E-CC8F8D5C20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03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Single column content slide title</a:t>
            </a:r>
            <a:endParaRPr lang="en-PH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61996"/>
            <a:ext cx="11277600" cy="4138803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/>
            </a:lvl2pPr>
          </a:lstStyle>
          <a:p>
            <a:pPr lvl="0"/>
            <a:r>
              <a:rPr lang="en-US"/>
              <a:t>Standard Text 16</a:t>
            </a:r>
          </a:p>
          <a:p>
            <a:pPr lvl="0"/>
            <a:r>
              <a:rPr lang="en-US"/>
              <a:t>Standard bullet 16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6D675F1-7107-834F-9B5F-A2A2EA15DE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E67701-16AD-F247-BF00-65D569D1454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3CBF59-705A-1C43-9D1E-9116B33835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1E9D10-6C84-754D-BA03-00FBB30B51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1627908"/>
            <a:ext cx="11277600" cy="634087"/>
          </a:xfrm>
          <a:prstGeom prst="rect">
            <a:avLst/>
          </a:prstGeom>
        </p:spPr>
        <p:txBody>
          <a:bodyPr lIns="0" tIns="0" rIns="0" bIns="0"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087734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Two column content slide title</a:t>
            </a:r>
            <a:endParaRPr lang="en-PH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309018"/>
            <a:ext cx="5524500" cy="4091782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203639-DCA9-4BBA-A1F3-753BF58A05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842292"/>
            <a:ext cx="5524500" cy="23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98836C9-68B5-4657-982E-52E03AAC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0300" y="2309017"/>
            <a:ext cx="5524500" cy="4091781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A9F80A-32AD-4602-AD0E-143DE6B70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300" y="1842292"/>
            <a:ext cx="5524500" cy="23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140F86E-B71F-C047-B0DA-F683BC9FDD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23D34D-2555-464C-A2D4-5150F9D731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82C33D-0982-4D48-BE78-652EDA07E44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517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Two column content slide title</a:t>
            </a:r>
            <a:endParaRPr lang="en-PH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43200"/>
            <a:ext cx="5524500" cy="36576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203639-DCA9-4BBA-A1F3-753BF58A05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276474"/>
            <a:ext cx="5524500" cy="23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98836C9-68B5-4657-982E-52E03AAC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0300" y="2743200"/>
            <a:ext cx="5524500" cy="36576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 sz="1400"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A9F80A-32AD-4602-AD0E-143DE6B70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0300" y="2276474"/>
            <a:ext cx="5524500" cy="23812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EBFF5E-8471-0D44-932C-01231442460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1A62FD-4DD3-9946-A394-2263CB4033F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22C7CD-DEA6-4741-9FA0-7704174D902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C771FC9F-DABE-9B45-B3BA-487852BD95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1627908"/>
            <a:ext cx="11277600" cy="634087"/>
          </a:xfrm>
          <a:prstGeom prst="rect">
            <a:avLst/>
          </a:prstGeom>
        </p:spPr>
        <p:txBody>
          <a:bodyPr lIns="0" tIns="0" rIns="0" bIns="0"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869885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Three column content slide title</a:t>
            </a:r>
            <a:endParaRPr lang="en-PH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300520"/>
            <a:ext cx="3581400" cy="4100279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203639-DCA9-4BBA-A1F3-753BF58A05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1833795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98836C9-68B5-4657-982E-52E03AAC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0" y="2300520"/>
            <a:ext cx="3581400" cy="4100279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A9F80A-32AD-4602-AD0E-143DE6B70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67200" y="1833795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134F5A69-A25D-405C-AD1C-37A59E633A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5300" y="2300521"/>
            <a:ext cx="3581400" cy="4100278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72B29582-9D7B-409D-8BAF-67D6EDE8B4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5300" y="1833795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9B4B33A-CE0E-0D42-A97E-010F75CAC11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795D0A-85CF-DF42-96F8-5108BF7E553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25F5A9-AB25-0748-BBF4-A98C495F32C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017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E2E6-68F9-4B47-93D3-947FED19C9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Three column content slide title</a:t>
            </a:r>
            <a:endParaRPr lang="en-PH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8B0F4A-603D-4EE9-86E7-F8ECA1A3CF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743200"/>
            <a:ext cx="3581400" cy="36576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203639-DCA9-4BBA-A1F3-753BF58A05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276474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98836C9-68B5-4657-982E-52E03AAC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0" y="2743199"/>
            <a:ext cx="3581400" cy="3657599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A9F80A-32AD-4602-AD0E-143DE6B70B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67200" y="2276474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134F5A69-A25D-405C-AD1C-37A59E633A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5300" y="2743200"/>
            <a:ext cx="3581400" cy="3657600"/>
          </a:xfrm>
          <a:prstGeom prst="rect">
            <a:avLst/>
          </a:prstGeom>
        </p:spPr>
        <p:txBody>
          <a:bodyPr lIns="0" tIns="0" rIns="0" bIns="0"/>
          <a:lstStyle>
            <a:lvl1pPr marL="270000" indent="-270000">
              <a:spcBef>
                <a:spcPts val="3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1pPr>
            <a:lvl2pPr marL="540000" indent="-270000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−"/>
              <a:defRPr/>
            </a:lvl2pPr>
          </a:lstStyle>
          <a:p>
            <a:pPr lvl="0"/>
            <a:r>
              <a:rPr lang="en-US"/>
              <a:t>Standard bullet 14</a:t>
            </a:r>
          </a:p>
          <a:p>
            <a:pPr lvl="1"/>
            <a:r>
              <a:rPr lang="en-US"/>
              <a:t>Second level standard bullet 14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72B29582-9D7B-409D-8BAF-67D6EDE8B4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5300" y="2276474"/>
            <a:ext cx="3581400" cy="2381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83EFEE-1A28-4845-BE8D-F727C55AD7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B91FA1-A825-6443-BB4D-FC069A91857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5C95CA-E360-4349-9062-33FBAF0B431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FB309D-565F-BF41-B7F4-155F75D505A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433A9F6F-8A81-7442-AE22-89E2F23190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1627908"/>
            <a:ext cx="11277600" cy="634087"/>
          </a:xfrm>
          <a:prstGeom prst="rect">
            <a:avLst/>
          </a:prstGeom>
        </p:spPr>
        <p:txBody>
          <a:bodyPr lIns="0" tIns="0" rIns="0" bIns="0"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263483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87D24936-7028-4BCA-BA74-9157A23F8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9700" y="2286000"/>
            <a:ext cx="93726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8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“An inspirational and credible client quote that backs up the key message throughout the document and is attempting to get across to the reader or assessor.”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481759E4-DDDC-471A-82DE-8F17703FCF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4114800"/>
            <a:ext cx="9372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Role Organization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A889F7-65AA-544D-8362-D88A156E843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E56C0F-FB09-B54A-9726-3AC32ABE06B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6D8F8-ACA8-2D4B-B9D5-42C67CA2A05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826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quote -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87D24936-7028-4BCA-BA74-9157A23F8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9700" y="2286000"/>
            <a:ext cx="93726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8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“An inspirational and credible client quote that backs up the key message throughout the document and is attempting to get across to the reader or assessor.”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481759E4-DDDC-471A-82DE-8F17703FCF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4114800"/>
            <a:ext cx="9372600" cy="1371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Role Organization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1FFCF5-5A2C-DA42-86E9-DD464926C63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fld id="{F31E42D4-B472-4D33-8D3D-6F0C0E7887EA}" type="datetime3">
              <a:rPr lang="en-US" smtClean="0"/>
              <a:pPr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D90A7-9DBD-0B48-B43A-7B00D809CBE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rgbClr val="F8D8C3"/>
                </a:solidFill>
              </a:defRPr>
            </a:lvl1pPr>
          </a:lstStyle>
          <a:p>
            <a:r>
              <a:rPr lang="en-US"/>
              <a:t>© Arcadis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C7535-C78A-6A43-9E31-2CCA4D360BD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845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-lin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91CC-F6C0-46C8-AD41-966625DF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58B04FE-4F42-4EFB-B1CE-BD4CCF07B4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800"/>
            <a:ext cx="7429500" cy="685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21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19B76A8-F75C-4A84-BA78-0F10BAB9342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743200"/>
            <a:ext cx="7429500" cy="3657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CF93632D-B9B1-42EC-B6DD-06CFA704D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743200"/>
            <a:ext cx="3619500" cy="16002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“Arcadis have delivered incredible outcomes for our people and our clients. We have worked collaboratively together to far exceed our expectations at the start of this project.”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29AFD24-B5A4-4A36-A5FB-E5A6A8150E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5300" y="4572000"/>
            <a:ext cx="3619500" cy="1397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400" b="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Name, Role Organization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94148E-040C-45F1-833B-57885EB3C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64BC81-1162-9D4C-B17B-4CF49435707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00D414-E928-4B4D-8CC3-80D4D2D482F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7896063-E2C5-534F-9CD3-B5CE9311E4B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872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-outs - Image Over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7D24B23D-CD1A-46D9-8DFF-0714C877178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 &gt; Right Click &gt; Send to Back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1AFEDCA-5DFA-4012-BB79-36C20DA06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200" y="2435801"/>
            <a:ext cx="3276600" cy="535999"/>
          </a:xfrm>
        </p:spPr>
        <p:txBody>
          <a:bodyPr rIns="90000">
            <a:noAutofit/>
          </a:bodyPr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68EE003-0251-496B-8C8B-76B18E754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8201" y="3086100"/>
            <a:ext cx="3276600" cy="1257300"/>
          </a:xfrm>
          <a:prstGeom prst="rect">
            <a:avLst/>
          </a:prstGeom>
        </p:spPr>
        <p:txBody>
          <a:bodyPr lIns="0" tIns="0" rIns="90000" bIns="0"/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FF7622-6565-2D44-AF26-FE33A802B9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8AE54-895F-B04D-8642-2F80BBE1CF8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27B9A-140F-934E-A8D9-7A5505656D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159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-outs - T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E6D1-5C65-4E06-B9F8-41A42A7A58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842E95FB-1D7B-493D-868E-7464FFA1AB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800"/>
            <a:ext cx="74295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F4DAFD0-4FB4-425B-A42D-299133C97D3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62137EE0-DE44-4020-9C7B-B557B6A44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1828800"/>
            <a:ext cx="3619500" cy="1600200"/>
          </a:xfrm>
          <a:prstGeom prst="rect">
            <a:avLst/>
          </a:prstGeom>
          <a:solidFill>
            <a:srgbClr val="F8D8C3"/>
          </a:solidFill>
        </p:spPr>
        <p:txBody>
          <a:bodyPr lIns="180000" tIns="180000" rIns="180000" bIns="180000"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6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Call out box styles mirror those across the rest of our suite of </a:t>
            </a:r>
            <a:r>
              <a:rPr lang="en-US" err="1"/>
              <a:t>outputs.The</a:t>
            </a:r>
            <a:r>
              <a:rPr lang="en-US"/>
              <a:t> call out box text can be edited and is designed to resize to accommodate different size text flows.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57CB78A-33C8-4FC1-B165-81F4C2A13BC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03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084BFF-52EC-4C60-AA20-3DBA1E8DE8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BD00CE-4CCA-FA48-95C1-E2A23D89D0A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60C64A-F227-8541-8EA6-17508B57A4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7E1CEF-7256-0040-90EE-FD573EF228F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939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-outs -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E6D1-5C65-4E06-B9F8-41A42A7A58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842E95FB-1D7B-493D-868E-7464FFA1AB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800"/>
            <a:ext cx="74295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F4DAFD0-4FB4-425B-A42D-299133C97D3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62137EE0-DE44-4020-9C7B-B557B6A44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1828800"/>
            <a:ext cx="3619500" cy="16002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txBody>
          <a:bodyPr lIns="180000" tIns="180000" rIns="180000" bIns="180000"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600" b="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Call out box styles mirror those across the rest of our suite of </a:t>
            </a:r>
            <a:r>
              <a:rPr lang="en-US" err="1"/>
              <a:t>outputs.The</a:t>
            </a:r>
            <a:r>
              <a:rPr lang="en-US"/>
              <a:t> call out box text can be edited and is designed to resize to accommodate different size text flows.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57CB78A-33C8-4FC1-B165-81F4C2A13BC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03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61D6C-C804-4FBF-A988-616C419621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01948-0410-D846-8EBE-AC47CAF425A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4DBBE-B057-6A4B-B616-2495AC7F30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B4B7B7B-275A-EC4C-A47B-3745FA78466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676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Video Content - Embedd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5935665-280C-4908-9891-241F791D7F18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embed a video</a:t>
            </a:r>
          </a:p>
        </p:txBody>
      </p:sp>
    </p:spTree>
    <p:extLst>
      <p:ext uri="{BB962C8B-B14F-4D97-AF65-F5344CB8AC3E}">
        <p14:creationId xmlns:p14="http://schemas.microsoft.com/office/powerpoint/2010/main" val="14719615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457200"/>
            <a:ext cx="11277600" cy="5943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AF549-D7E5-A945-85AB-E724C3BC1AF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3C0D5-9D81-4041-A629-7E97DCF54D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3B7FF-A06A-D14D-902C-53322BE3D3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740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1828800"/>
            <a:ext cx="112776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Single image slide title</a:t>
            </a:r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AB2F11-B6C1-B84C-AFFE-6F6717C01B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3D43B-F902-EF48-B78B-08E3113129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0E4F2-4712-9946-9A1A-5445585875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EE405-76E0-9641-B35A-2573BA178E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509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4049965-34B5-48F5-8EBC-41C49A3311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67200" y="0"/>
            <a:ext cx="7924800" cy="6858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ECC8B-4B56-4777-97FD-BF1D9B8F0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43000"/>
            <a:ext cx="3581399" cy="25146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Single image with description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19AF6AE8-D2B1-4EB5-BBB4-9077B1F7CB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1" y="4114800"/>
            <a:ext cx="3581399" cy="228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Overview text here as additional description for the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F6F40-7A61-BC4D-8966-3822827DB99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22379-8B9F-D846-B4E3-49562275A79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46852-6A7A-8A45-96B4-C9AD3A37CD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356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3886200"/>
            <a:ext cx="55245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video still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C63D43-69CB-4811-B72D-5F3DCB515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0300" y="1828800"/>
            <a:ext cx="5524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video still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3250F41B-9145-47D2-ABD7-EBD915A67B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28800"/>
            <a:ext cx="5524500" cy="16002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BD6C6B-CE11-4D0F-9437-0FE8560352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A656F3-31E8-FE41-90A1-D35B4E28247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2F11DF-1B83-474F-B702-61417899BC7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D7A8F-A866-494F-946D-40B8BD30214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90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with descri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10302" y="4114800"/>
            <a:ext cx="5524500" cy="2285999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C63D43-69CB-4811-B72D-5F3DCB515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1828800"/>
            <a:ext cx="5524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Three image slide title</a:t>
            </a:r>
            <a:endParaRPr lang="en-P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BD6C6B-CE11-4D0F-9437-0FE8560352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9A60CDB-16CE-3146-B810-249BD5D781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10302" y="1828800"/>
            <a:ext cx="5524500" cy="20574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898697-F463-2B44-AA2A-F24C0BF6209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4D444-C9F0-AD48-A4BE-9AB466C248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46ADE-0550-644F-85DA-F60822E4D56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7188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C63D43-69CB-4811-B72D-5F3DCB515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57200" y="1828800"/>
            <a:ext cx="35814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Three image slide title</a:t>
            </a:r>
            <a:endParaRPr lang="en-P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BD6C6B-CE11-4D0F-9437-0FE8560352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FF410F7-E40B-DF41-B357-09FB5BA627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67200" y="1828800"/>
            <a:ext cx="3619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C40E00-B15B-E042-A7AA-E28675055E5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5300" y="1828800"/>
            <a:ext cx="3619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D1C59-24F5-754F-B30A-0B188C6897C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46ECE-6D60-1349-932A-CAD7E5C44F3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4335F-F1E0-934A-883B-D05690D4D76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997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A8869CB-2223-4946-81BC-8717270A6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1828800"/>
            <a:ext cx="5524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12C63D43-69CB-4811-B72D-5F3DCB5156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10300" y="1828800"/>
            <a:ext cx="5524500" cy="45720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image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4B9CBD-AF1F-4C24-B1D3-A7A9BEC7E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Two image slide title</a:t>
            </a:r>
            <a:endParaRPr lang="en-P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BD6C6B-CE11-4D0F-9437-0FE8560352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8BF6E-1EB3-4B4B-9AFD-300128ED812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03612-9320-0F46-884A-BD694C9E62A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2A7FB-7CBA-024A-AB2E-0D6B8E6B29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384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A481-AFC3-4B48-A5A1-24BC5FA605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8EC24-1B0B-4063-90EF-2B01EE915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43AA38-0F0D-6241-ADF0-9F1E3AE45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379794E-8DDF-2B43-A6ED-AB4C95E1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724A6A-7F40-5F42-9F3D-5A9CC919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534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 - Multi-image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F063-B0BD-4053-ADC6-99766F39F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4572000" cy="685799"/>
          </a:xfrm>
        </p:spPr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8F504382-8ECA-4BCC-BB7E-448D5DB4B9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600200"/>
            <a:ext cx="4572000" cy="20504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3CBCC71-2452-4503-B1A4-108D5F857D1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57800" y="3886200"/>
            <a:ext cx="64770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6D093F3-ED3C-4484-84B5-EAC2CCB96C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257800" y="914400"/>
            <a:ext cx="6477000" cy="27432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2898094A-56AA-4694-83D1-C0FA897C33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3893126"/>
            <a:ext cx="3619500" cy="6788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ACB6B04-7D78-420C-A227-6088AB0653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09700" y="4800600"/>
            <a:ext cx="3619500" cy="6788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635274F4-DEFE-4EDD-B848-9F30F5BF1B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9700" y="5715000"/>
            <a:ext cx="3619500" cy="6788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EF84345-26F4-F84C-999E-35292B5BB42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" y="3886200"/>
            <a:ext cx="723900" cy="685801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an icon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96A5646-1541-2D4E-A431-0119CA2409B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7200" y="4800600"/>
            <a:ext cx="723900" cy="685801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an icon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599404F-9789-6D40-8749-27B4FA39042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57200" y="5715000"/>
            <a:ext cx="723900" cy="685801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an icon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0A85FF-25E8-1A40-83BB-9282DF1D5B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ECC5174-8EBE-EB40-9076-C45F2E7B05F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B13117-8C20-BF42-BCBC-757DB0E6890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2249423-F56B-364C-A725-64772334E22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41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image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F063-B0BD-4053-ADC6-99766F39F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86201"/>
            <a:ext cx="4572000" cy="685799"/>
          </a:xfrm>
        </p:spPr>
        <p:txBody>
          <a:bodyPr/>
          <a:lstStyle/>
          <a:p>
            <a:r>
              <a:rPr lang="en-US"/>
              <a:t>Multi image slide title</a:t>
            </a:r>
            <a:endParaRPr lang="en-PH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8F504382-8ECA-4BCC-BB7E-448D5DB4B9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045412"/>
            <a:ext cx="4572000" cy="11267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3CBCC71-2452-4503-B1A4-108D5F857D1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67800" y="3886200"/>
            <a:ext cx="2667000" cy="25146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E6D093F3-ED3C-4484-84B5-EAC2CCB96C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10300" y="914400"/>
            <a:ext cx="5524500" cy="27432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1434175-4EE8-4C23-B6F6-EB9CE5C8E24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10300" y="3886200"/>
            <a:ext cx="2628900" cy="2514599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D8477AEF-69A9-4639-87C4-67E33637187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914399"/>
            <a:ext cx="5524500" cy="2743200"/>
          </a:xfrm>
          <a:prstGeom prst="rect">
            <a:avLst/>
          </a:prstGeom>
          <a:noFill/>
        </p:spPr>
        <p:txBody>
          <a:bodyPr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insert an image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27D95C-5762-EE4D-9671-248BC6815E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746BB65-B81E-4A49-B037-35F0400025F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DC6555-9E9F-C449-AA4D-A55665E209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83B9720-1CCD-624E-B5B1-A997BA05FBE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8627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 Lis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F063-B0BD-4053-ADC6-99766F39F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4CB9AC7-D54D-4C82-AB92-62474793D3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9700" y="2057400"/>
            <a:ext cx="2628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A3E38B9-57D3-4241-8001-2CF71DA7A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2514600"/>
            <a:ext cx="26289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C8DC81F-F6C8-4AE3-A187-6005D0D82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704B3F5D-456F-4F33-9435-402FF42EB7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7800" y="2057400"/>
            <a:ext cx="2628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55DDE99-7262-400F-B216-385B8CD092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7800" y="2514600"/>
            <a:ext cx="26289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C69768B3-F736-452B-9775-EC16E279D5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53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70AD79E9-43D9-4C8D-A8CF-810BC004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7800" y="2057400"/>
            <a:ext cx="26670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4202B5C-1CAC-4915-9A0A-B1BF367BD4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2514600"/>
            <a:ext cx="26670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72DDA7-CFC1-4BCC-93E2-F7D8DEC29C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53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73011CBA-9A19-4F30-ACD7-117613755E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09700" y="4128653"/>
            <a:ext cx="26289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A0B31D11-CF69-405C-93F7-CB06714A07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09700" y="4585853"/>
            <a:ext cx="26289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F77C7971-AD10-4979-8E30-7CB7030D87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838A750F-7B19-436E-816B-E0A0419F04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57800" y="4128653"/>
            <a:ext cx="26289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8BA42E28-AEFB-436A-9309-E614AD99A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57800" y="4585853"/>
            <a:ext cx="26289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59D29E2-ABB3-4AD2-99D6-EC2E0AB684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053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169D9B2C-EAE1-4BBA-83F4-628331339D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800" y="4128653"/>
            <a:ext cx="26670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7CD9D46E-1D14-4ED4-B92B-D635B6A4DA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67800" y="4585853"/>
            <a:ext cx="26670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67BA5F19-CDD6-485D-B65A-B6DFB8BB42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153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17C6EFB-0834-BB4F-95BA-F5EAC4B710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83A10-ED0B-BD48-B4E8-1A39D2A6E1ED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</p:spTree>
    <p:extLst>
      <p:ext uri="{BB962C8B-B14F-4D97-AF65-F5344CB8AC3E}">
        <p14:creationId xmlns:p14="http://schemas.microsoft.com/office/powerpoint/2010/main" val="30438988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 list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DF063-B0BD-4053-ADC6-99766F39F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11277600" cy="685799"/>
          </a:xfrm>
        </p:spPr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4CB9AC7-D54D-4C82-AB92-62474793D3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9700" y="2057400"/>
            <a:ext cx="2628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A3E38B9-57D3-4241-8001-2CF71DA7A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2514600"/>
            <a:ext cx="26289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C8DC81F-F6C8-4AE3-A187-6005D0D828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704B3F5D-456F-4F33-9435-402FF42EB7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7800" y="2057400"/>
            <a:ext cx="2628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E55DDE99-7262-400F-B216-385B8CD092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7800" y="2514600"/>
            <a:ext cx="26289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C69768B3-F736-452B-9775-EC16E279D5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53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70AD79E9-43D9-4C8D-A8CF-810BC004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7800" y="2057400"/>
            <a:ext cx="26670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94202B5C-1CAC-4915-9A0A-B1BF367BD4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2514600"/>
            <a:ext cx="2667000" cy="1143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672DDA7-CFC1-4BCC-93E2-F7D8DEC29C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5300" y="2057400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73011CBA-9A19-4F30-ACD7-117613755E6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09700" y="4128653"/>
            <a:ext cx="26289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A0B31D11-CF69-405C-93F7-CB06714A07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09700" y="4585853"/>
            <a:ext cx="26289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F77C7971-AD10-4979-8E30-7CB7030D879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838A750F-7B19-436E-816B-E0A0419F048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57800" y="4128653"/>
            <a:ext cx="26289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8BA42E28-AEFB-436A-9309-E614AD99A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57800" y="4585853"/>
            <a:ext cx="26289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59D29E2-ABB3-4AD2-99D6-EC2E0AB684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053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169D9B2C-EAE1-4BBA-83F4-628331339D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800" y="4128653"/>
            <a:ext cx="2667000" cy="443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7CD9D46E-1D14-4ED4-B92B-D635B6A4DA1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67800" y="4585853"/>
            <a:ext cx="2667000" cy="1122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67BA5F19-CDD6-485D-B65A-B6DFB8BB42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15300" y="4128653"/>
            <a:ext cx="723900" cy="45720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pic>
        <p:nvPicPr>
          <p:cNvPr id="34" name="Picture 33" descr="&#10;">
            <a:extLst>
              <a:ext uri="{FF2B5EF4-FFF2-40B4-BE49-F238E27FC236}">
                <a16:creationId xmlns:a16="http://schemas.microsoft.com/office/drawing/2014/main" id="{7DAA6D68-FCAC-F349-9566-13D9C60B38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40B13-8EC3-6343-8053-C6DB34FD3AC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</p:spTree>
    <p:extLst>
      <p:ext uri="{BB962C8B-B14F-4D97-AF65-F5344CB8AC3E}">
        <p14:creationId xmlns:p14="http://schemas.microsoft.com/office/powerpoint/2010/main" val="4886010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3412-F8F5-4C34-944B-36CFCB732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2628900" cy="5029200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Agenda Title</a:t>
            </a:r>
            <a:endParaRPr lang="en-PH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77579DE-DB74-46FF-84F6-29EC955B4E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0" y="1614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1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1D393E6-10CC-413D-9A57-F7E0D26284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67200" y="2071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C026DCF-CD0E-413B-82F9-C0581F01DB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4700" y="1614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C9C2AA-911A-4114-91C9-6EAE696FCF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2743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2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6C0E548-7870-429B-9B92-BE3E3CD550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7200" y="3200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D6A66BA-4543-4786-A6ED-D01CD326E12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14700" y="2743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2FC311F8-36DC-47B9-A8A5-AC899D0C93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0" y="3900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3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28B10F1-284B-4904-BFA3-824B1F9640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7200" y="4357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283BFC4-D845-4FE4-8401-A18F675BA6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4700" y="3900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9218627-9DF4-4DC1-9A04-89B60B9109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7200" y="5029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4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97FE195-12FD-4EC5-A4A3-0D6AD5612C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5486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7EAAFE9-5464-46B3-939E-F208BB8817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14700" y="5029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25E291D-C6D2-4A0E-856B-CDFBB4EE7B8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5300" y="1614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5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3B294A3-5269-4870-BA22-91A0F2576C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15300" y="2071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6CC0FA-801B-4C6B-97D2-B74D0C37B3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62800" y="1614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3D55642-1561-4CFF-B79B-7885279827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5300" y="2743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6 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F537D0E4-9430-468F-96FA-C52F27D321E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5300" y="3200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FDAFE21-5787-40BD-BE6B-42F86C3548B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62800" y="2743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2D29A6F-7B29-4D19-A9AB-E3CDAA617D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5300" y="3900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7 title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713DB33C-7EB8-4578-A2D2-DCCF452067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5300" y="4357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5D990D95-93AC-4539-8642-BFEF3663DE4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62800" y="3900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22F9D84F-2EA4-4D8D-BDF7-6EB3D868B4A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15300" y="5029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8 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D1B6D1AF-9D74-4A85-B7E1-7B96E1A558B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5300" y="5486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54C20AAC-ACA0-42AB-BCE9-56AA810FC58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62800" y="5029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8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D1CB2D3-6054-9E48-8B7A-D6DECFA632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592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A3412-F8F5-4C34-944B-36CFCB732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14400"/>
            <a:ext cx="2628900" cy="5029200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Agenda Title</a:t>
            </a:r>
            <a:endParaRPr lang="en-PH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77579DE-DB74-46FF-84F6-29EC955B4E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7200" y="1614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1 title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1D393E6-10CC-413D-9A57-F7E0D26284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67200" y="2071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3C026DCF-CD0E-413B-82F9-C0581F01DB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4700" y="1614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C9C2AA-911A-4114-91C9-6EAE696FCF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2743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2 title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6C0E548-7870-429B-9B92-BE3E3CD550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7200" y="3200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0D6A66BA-4543-4786-A6ED-D01CD326E12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14700" y="2743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2FC311F8-36DC-47B9-A8A5-AC899D0C93E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0" y="3900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3 title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28B10F1-284B-4904-BFA3-824B1F9640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7200" y="4357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7283BFC4-D845-4FE4-8401-A18F675BA6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4700" y="3900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9218627-9DF4-4DC1-9A04-89B60B9109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7200" y="5029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4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97FE195-12FD-4EC5-A4A3-0D6AD5612C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5486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7EAAFE9-5464-46B3-939E-F208BB88175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14700" y="5029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25E291D-C6D2-4A0E-856B-CDFBB4EE7B8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5300" y="1614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5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3B294A3-5269-4870-BA22-91A0F2576C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15300" y="2071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D6CC0FA-801B-4C6B-97D2-B74D0C37B3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62800" y="1614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3D55642-1561-4CFF-B79B-7885279827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5300" y="2743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6 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F537D0E4-9430-468F-96FA-C52F27D321E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5300" y="3200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FDAFE21-5787-40BD-BE6B-42F86C3548B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62800" y="2743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2D29A6F-7B29-4D19-A9AB-E3CDAA617D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5300" y="3900054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7 title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713DB33C-7EB8-4578-A2D2-DCCF452067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5300" y="4357254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5D990D95-93AC-4539-8642-BFEF3663DE4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62800" y="3900054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22F9D84F-2EA4-4D8D-BDF7-6EB3D868B4A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15300" y="5029200"/>
            <a:ext cx="2601190" cy="45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 item 8 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D1B6D1AF-9D74-4A85-B7E1-7B96E1A558B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5300" y="5486400"/>
            <a:ext cx="2601190" cy="4433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Brief description if needed.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54C20AAC-ACA0-42AB-BCE9-56AA810FC58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62800" y="5029200"/>
            <a:ext cx="723900" cy="90054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8</a:t>
            </a:r>
          </a:p>
        </p:txBody>
      </p:sp>
      <p:pic>
        <p:nvPicPr>
          <p:cNvPr id="32" name="Picture 31" descr="&#10;">
            <a:extLst>
              <a:ext uri="{FF2B5EF4-FFF2-40B4-BE49-F238E27FC236}">
                <a16:creationId xmlns:a16="http://schemas.microsoft.com/office/drawing/2014/main" id="{457C6F17-416C-164E-AF03-802469A5A4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1"/>
            <a:ext cx="149604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555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16A7-2413-4DEA-998F-44BA9197D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PH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8E35D0D9-5B28-41AF-8FFF-51B3BB0B9F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3672608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3AAFDD20-5CB4-4E7B-8A4B-580E186EB3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96933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D2D96-5863-4E23-8681-D4FE16A169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87F9A40D-E5DD-4230-B23C-691D9FEB7FC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" y="2071254"/>
            <a:ext cx="1094509" cy="13577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B885B5F-0954-49E7-AA53-075C3516A0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4343400"/>
            <a:ext cx="26289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description of a few lines to introduce a key fact or interesting talking point of this team member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68D2F65-B2D4-4F26-8D5F-34C8339CF9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4700" y="3672608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96DA15-06C1-48C4-9502-4E8B56D8C9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4700" y="396933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DC739CA2-9BBD-46D8-959F-BD6B5478199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14700" y="2071254"/>
            <a:ext cx="1094509" cy="13577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3666465-77EF-48D5-8577-2CB313F81F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14700" y="4343400"/>
            <a:ext cx="26289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description of a few lines to introduce a key fact or interesting talking point of this team member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596144F-8291-4980-9EEA-CB143F3B34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10300" y="3672608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80EEFCF3-A6F0-40D5-BE23-0D575FC0BF4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10300" y="396933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812ADEC8-0B85-4CCE-B064-2F60ECB6FF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210300" y="2071254"/>
            <a:ext cx="1094509" cy="13577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4AD58B23-B3B7-4810-8563-90E425A88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0300" y="4343400"/>
            <a:ext cx="26289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description of a few lines to introduce a key fact or interesting talking point of this team member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108268C-8B6E-4DD2-9A95-7B5F9BDDDD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7800" y="3672608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02DA79F-C7C5-476C-9A18-61B31B2799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67800" y="396933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FA7C9EED-B939-4DF9-8ECD-1BBC57725E7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067800" y="2071254"/>
            <a:ext cx="1094509" cy="13577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9CCE0E4F-F021-4673-AE69-FAAFAEDBA1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67800" y="4343400"/>
            <a:ext cx="2628900" cy="1828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Small description of a few lines to introduce a key fact or interesting talking point of this team member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563CA-9B2B-1740-83F0-81D0A5786225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2263A-6FC9-0A44-B0B8-CEDB5652EA6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BFF578-1BAD-9A46-A680-9352AE1AD4E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049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111703-491E-4C29-AA49-D7743322B4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D3C3DF-07C9-476C-AC69-B1DC18183ED0}"/>
              </a:ext>
            </a:extLst>
          </p:cNvPr>
          <p:cNvSpPr txBox="1"/>
          <p:nvPr userDrawn="1"/>
        </p:nvSpPr>
        <p:spPr>
          <a:xfrm>
            <a:off x="457200" y="6037943"/>
            <a:ext cx="2601190" cy="1661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lvl="0" indent="0" algn="l" defTabSz="986912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US"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Arcadis.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Improving quality of life.</a:t>
            </a:r>
            <a:endParaRPr lang="en-PH" sz="12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6AAE4-B26B-A842-873E-E36FB8E0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</p:spTree>
    <p:extLst>
      <p:ext uri="{BB962C8B-B14F-4D97-AF65-F5344CB8AC3E}">
        <p14:creationId xmlns:p14="http://schemas.microsoft.com/office/powerpoint/2010/main" val="213581156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with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ABD71C-D8EF-4234-A2D0-085295E2EC52}"/>
              </a:ext>
            </a:extLst>
          </p:cNvPr>
          <p:cNvSpPr txBox="1"/>
          <p:nvPr userDrawn="1"/>
        </p:nvSpPr>
        <p:spPr>
          <a:xfrm>
            <a:off x="457200" y="6037943"/>
            <a:ext cx="2601190" cy="1661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lvl="0" indent="0" algn="l" defTabSz="986912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US"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Arcadis.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Improving quality of life.</a:t>
            </a:r>
            <a:endParaRPr lang="en-PH" sz="12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2E485-D736-4DCB-95B5-1F51A5B069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6200" y="457200"/>
            <a:ext cx="1498600" cy="228631"/>
          </a:xfrm>
          <a:prstGeom prst="rect">
            <a:avLst/>
          </a:prstGeom>
        </p:spPr>
      </p:pic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9BBA926-2F06-4BAA-803E-52ECFB775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9700" y="2071254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DFC0252-57A3-46DD-9427-F2791D0270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2400993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5B3955F-7CDE-468A-AFD1-FBD8C68E0E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2071254"/>
            <a:ext cx="723899" cy="8878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88CAFCB-962C-446A-85AD-1C20E120F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71599"/>
            <a:ext cx="3581400" cy="457199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/>
              <a:t>Contact Us</a:t>
            </a:r>
            <a:endParaRPr lang="en-PH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9AF3F018-2B2A-4D9F-BF18-FADB2BE121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09700" y="2745740"/>
            <a:ext cx="2628900" cy="213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name@arcadis.com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D788D96-85C2-4AA3-9798-7A6DCCE7CA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9700" y="3434483"/>
            <a:ext cx="2628900" cy="2135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4EE1C37F-6B8B-402C-90C4-8EB95105D3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09700" y="3755110"/>
            <a:ext cx="26289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A0FAD612-061C-456B-8750-9FBD298633F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7201" y="3444421"/>
            <a:ext cx="723899" cy="8878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72B3707-2853-497B-9202-A64DFDF842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09700" y="4114800"/>
            <a:ext cx="2628900" cy="213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name@arcadis.com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5BEF8-F2CC-8B48-84F6-B563ED9CD16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</p:spTree>
    <p:extLst>
      <p:ext uri="{BB962C8B-B14F-4D97-AF65-F5344CB8AC3E}">
        <p14:creationId xmlns:p14="http://schemas.microsoft.com/office/powerpoint/2010/main" val="15653143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 with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ABD71C-D8EF-4234-A2D0-085295E2EC52}"/>
              </a:ext>
            </a:extLst>
          </p:cNvPr>
          <p:cNvSpPr txBox="1"/>
          <p:nvPr userDrawn="1"/>
        </p:nvSpPr>
        <p:spPr>
          <a:xfrm>
            <a:off x="457200" y="6037943"/>
            <a:ext cx="2601190" cy="1661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0" lvl="0" indent="0" algn="l" defTabSz="986912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US"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Arcadis.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Improving quality of life.</a:t>
            </a:r>
            <a:endParaRPr lang="en-PH" sz="12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9BBA926-2F06-4BAA-803E-52ECFB775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9700" y="2071254"/>
            <a:ext cx="3619500" cy="2013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EDFC0252-57A3-46DD-9427-F2791D0270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09700" y="2282991"/>
            <a:ext cx="3619500" cy="2363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Title/Role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5B3955F-7CDE-468A-AFD1-FBD8C68E0E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1" y="2071254"/>
            <a:ext cx="723899" cy="8878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88CAFCB-962C-446A-85AD-1C20E120F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71599"/>
            <a:ext cx="3581400" cy="457199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/>
              <a:t>Contact Us</a:t>
            </a:r>
            <a:endParaRPr lang="en-PH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9AF3F018-2B2A-4D9F-BF18-FADB2BE121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09699" y="2865120"/>
            <a:ext cx="3626465" cy="2133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5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name@arcadis.com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A0FAD612-061C-456B-8750-9FBD298633F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7201" y="3894362"/>
            <a:ext cx="723899" cy="887846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an image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A7EBCCDB-82A3-2647-8C2F-357F2296CA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07742" y="2522507"/>
            <a:ext cx="36195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Address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14F4D0F6-A3E6-584C-AE76-552F0AA581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09700" y="3092574"/>
            <a:ext cx="3617542" cy="2510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5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+(00) 1234 56789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7BE7CAEA-03FF-B841-B4A1-05D3BAF89FF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8623" y="3886320"/>
            <a:ext cx="3619500" cy="2013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First Last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1E354D4-91D4-4C46-92C4-51A1F2ADC3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18623" y="4098057"/>
            <a:ext cx="3619500" cy="2363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Title/Role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78237C3E-C1B0-D54C-AE57-80A34EA7CF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18622" y="4680186"/>
            <a:ext cx="3608619" cy="1958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5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name@arcadis.com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EF5DF5DB-824D-AC4D-9591-435C89E7936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6665" y="4337573"/>
            <a:ext cx="3619500" cy="228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Address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4C1BAAE-9DAA-304D-96A6-DB8AA7A1AF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18622" y="4907641"/>
            <a:ext cx="3608619" cy="232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  <a:defRPr sz="105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+(00) 1234 56789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78995-2172-364B-A738-A6EB4D8AF0BC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</p:spTree>
    <p:extLst>
      <p:ext uri="{BB962C8B-B14F-4D97-AF65-F5344CB8AC3E}">
        <p14:creationId xmlns:p14="http://schemas.microsoft.com/office/powerpoint/2010/main" val="392702703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0998-5B2A-4DB8-83F5-16B48422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E4CEC-AB6C-4019-A760-001AB3410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C2AC8-09C4-4A29-871F-B33EBA44C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1547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text slide">
  <p:cSld name="1_Single column tex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457200" y="914400"/>
            <a:ext cx="112776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body" idx="1"/>
          </p:nvPr>
        </p:nvSpPr>
        <p:spPr>
          <a:xfrm>
            <a:off x="457200" y="1828768"/>
            <a:ext cx="11277600" cy="457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19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Arial"/>
              <a:buChar char="•"/>
              <a:defRPr sz="194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198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Arial"/>
              <a:buChar char="•"/>
              <a:defRPr sz="194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198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Arial"/>
              <a:buChar char="•"/>
              <a:defRPr sz="194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198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1943"/>
              <a:buFont typeface="Arial"/>
              <a:buChar char="•"/>
              <a:defRPr sz="194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dt" idx="10"/>
          </p:nvPr>
        </p:nvSpPr>
        <p:spPr>
          <a:xfrm>
            <a:off x="9067800" y="6446837"/>
            <a:ext cx="17145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ftr" idx="11"/>
          </p:nvPr>
        </p:nvSpPr>
        <p:spPr>
          <a:xfrm>
            <a:off x="457200" y="6446837"/>
            <a:ext cx="167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sldNum" idx="12"/>
          </p:nvPr>
        </p:nvSpPr>
        <p:spPr>
          <a:xfrm>
            <a:off x="11010900" y="6446837"/>
            <a:ext cx="723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00142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>
            <a:spLocks noGrp="1"/>
          </p:cNvSpPr>
          <p:nvPr>
            <p:ph type="body" idx="4294967295"/>
          </p:nvPr>
        </p:nvSpPr>
        <p:spPr>
          <a:xfrm>
            <a:off x="719998" y="5778121"/>
            <a:ext cx="10751999" cy="522003"/>
          </a:xfrm>
          <a:solidFill>
            <a:srgbClr val="55575A"/>
          </a:solidFill>
          <a:ln w="3172">
            <a:solidFill>
              <a:srgbClr val="55575A"/>
            </a:solidFill>
            <a:prstDash val="solid"/>
          </a:ln>
        </p:spPr>
        <p:txBody>
          <a:bodyPr tIns="107999" bIns="107999" anchor="b" anchorCtr="1">
            <a:spAutoFit/>
          </a:bodyPr>
          <a:lstStyle>
            <a:lvl1pPr algn="ctr">
              <a:defRPr lang="en-GB" sz="2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GB"/>
              <a:t>Click to add kicker or ‘so what’. Delete if not required.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CB73B34A-D025-6E46-9C8F-BB6B6DA10417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xfrm>
            <a:off x="11385650" y="6408001"/>
            <a:ext cx="241200" cy="138499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E59010-8C88-874F-8921-DC5006FDC7FB}" type="slidenum">
              <a:rPr/>
              <a:pPr>
                <a:defRPr/>
              </a:pPr>
              <a:t>‹#›</a:t>
            </a:fld>
            <a:endParaRPr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A7B83262-8DCE-4C44-A7A1-61FB05EDB08F}"/>
              </a:ext>
            </a:extLst>
          </p:cNvPr>
          <p:cNvSpPr txBox="1">
            <a:spLocks noGrp="1"/>
          </p:cNvSpPr>
          <p:nvPr>
            <p:ph type="dt" sz="half" idx="11"/>
          </p:nvPr>
        </p:nvSpPr>
        <p:spPr>
          <a:xfrm>
            <a:off x="8099427" y="6408001"/>
            <a:ext cx="3178800" cy="138499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443EAF06-A661-0C41-9848-7F3B2B95CD91}"/>
              </a:ext>
            </a:extLst>
          </p:cNvPr>
          <p:cNvSpPr txBox="1">
            <a:spLocks noGrp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5462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9"/>
          <p:cNvSpPr txBox="1">
            <a:spLocks noGrp="1"/>
          </p:cNvSpPr>
          <p:nvPr>
            <p:ph type="subTitle" idx="1"/>
          </p:nvPr>
        </p:nvSpPr>
        <p:spPr>
          <a:xfrm>
            <a:off x="1524099" y="619686"/>
            <a:ext cx="9143802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1550" b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ctr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900"/>
            </a:lvl3pPr>
            <a:lvl4pPr lvl="3" algn="ctr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800"/>
            </a:lvl5pPr>
            <a:lvl6pPr lvl="5" algn="ctr">
              <a:lnSpc>
                <a:spcPct val="90000"/>
              </a:lnSpc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8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8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8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800"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title"/>
          </p:nvPr>
        </p:nvSpPr>
        <p:spPr>
          <a:xfrm>
            <a:off x="687830" y="812759"/>
            <a:ext cx="10816341" cy="74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6F4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4348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0A61E0FB-E446-42A1-AA26-CD4AB9F0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11277600" cy="68579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2A818B3F-FA70-4642-BBE6-C9C0A3EEF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67800" y="6446837"/>
            <a:ext cx="17145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2"/>
                </a:solidFill>
              </a:defRPr>
            </a:lvl1pPr>
          </a:lstStyle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FE304CC-95B9-4477-A957-A1369847F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6837"/>
            <a:ext cx="16764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n-US"/>
              <a:t>© Arcadis 2021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EC9380A-59AF-457B-814C-C3E6CB9A6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0900" y="6446837"/>
            <a:ext cx="7239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FE63AA4-120D-435A-A130-F49443AF7C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</p:sldLayoutIdLst>
  <p:hf hdr="0"/>
  <p:txStyles>
    <p:titleStyle>
      <a:lvl1pPr algn="l" defTabSz="986912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86912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lang="en-US" sz="1800" b="1" kern="1200" dirty="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86912" rtl="0" eaLnBrk="1" latinLnBrk="0" hangingPunct="1">
        <a:lnSpc>
          <a:spcPct val="90000"/>
        </a:lnSpc>
        <a:spcBef>
          <a:spcPts val="60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70000" algn="l" defTabSz="986912" rtl="0" eaLnBrk="1" latinLnBrk="0" hangingPunct="1">
        <a:lnSpc>
          <a:spcPct val="90000"/>
        </a:lnSpc>
        <a:spcBef>
          <a:spcPts val="60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–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266700" algn="l" defTabSz="986912" rtl="0" eaLnBrk="1" latinLnBrk="0" hangingPunct="1">
        <a:lnSpc>
          <a:spcPct val="90000"/>
        </a:lnSpc>
        <a:spcBef>
          <a:spcPts val="600"/>
        </a:spcBef>
        <a:spcAft>
          <a:spcPts val="1200"/>
        </a:spcAft>
        <a:buClr>
          <a:schemeClr val="accent1"/>
        </a:buClr>
        <a:buFont typeface="Wingdings" panose="05000000000000000000" pitchFamily="2" charset="2"/>
        <a:buChar char="§"/>
        <a:tabLst>
          <a:tab pos="872115" algn="l"/>
        </a:tabLst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266700" algn="l" defTabSz="986912" rtl="0" eaLnBrk="1" latinLnBrk="0" hangingPunct="1">
        <a:lnSpc>
          <a:spcPct val="90000"/>
        </a:lnSpc>
        <a:spcBef>
          <a:spcPts val="60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714008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6pPr>
      <a:lvl7pPr marL="3207464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7pPr>
      <a:lvl8pPr marL="3700920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8pPr>
      <a:lvl9pPr marL="4194376" indent="-246728" algn="l" defTabSz="98691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1pPr>
      <a:lvl2pPr marL="493456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2pPr>
      <a:lvl3pPr marL="986912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3pPr>
      <a:lvl4pPr marL="1480368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4pPr>
      <a:lvl5pPr marL="1973824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5pPr>
      <a:lvl6pPr marL="2467280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6pPr>
      <a:lvl7pPr marL="2960736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7pPr>
      <a:lvl8pPr marL="3454192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8pPr>
      <a:lvl9pPr marL="3947648" algn="l" defTabSz="986912" rtl="0" eaLnBrk="1" latinLnBrk="0" hangingPunct="1">
        <a:defRPr sz="19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288">
          <p15:clr>
            <a:srgbClr val="F26B43"/>
          </p15:clr>
        </p15:guide>
        <p15:guide id="19" pos="288">
          <p15:clr>
            <a:srgbClr val="F26B43"/>
          </p15:clr>
        </p15:guide>
        <p15:guide id="20" orient="horz" pos="576">
          <p15:clr>
            <a:srgbClr val="F26B43"/>
          </p15:clr>
        </p15:guide>
        <p15:guide id="21" orient="horz" pos="4032">
          <p15:clr>
            <a:srgbClr val="F26B43"/>
          </p15:clr>
        </p15:guide>
        <p15:guide id="23" orient="horz" pos="432">
          <p15:clr>
            <a:srgbClr val="5ACBF0"/>
          </p15:clr>
        </p15:guide>
        <p15:guide id="24" orient="horz" pos="720">
          <p15:clr>
            <a:srgbClr val="5ACBF0"/>
          </p15:clr>
        </p15:guide>
        <p15:guide id="25" orient="horz" pos="864">
          <p15:clr>
            <a:srgbClr val="5ACBF0"/>
          </p15:clr>
        </p15:guide>
        <p15:guide id="26" orient="horz" pos="1008">
          <p15:clr>
            <a:srgbClr val="5ACBF0"/>
          </p15:clr>
        </p15:guide>
        <p15:guide id="27" orient="horz" pos="1152">
          <p15:clr>
            <a:srgbClr val="5ACBF0"/>
          </p15:clr>
        </p15:guide>
        <p15:guide id="28" orient="horz" pos="1296">
          <p15:clr>
            <a:srgbClr val="5ACBF0"/>
          </p15:clr>
        </p15:guide>
        <p15:guide id="30" orient="horz" pos="1584">
          <p15:clr>
            <a:srgbClr val="5ACBF0"/>
          </p15:clr>
        </p15:guide>
        <p15:guide id="31" orient="horz" pos="1728">
          <p15:clr>
            <a:srgbClr val="5ACBF0"/>
          </p15:clr>
        </p15:guide>
        <p15:guide id="32" orient="horz" pos="1872">
          <p15:clr>
            <a:srgbClr val="5ACBF0"/>
          </p15:clr>
        </p15:guide>
        <p15:guide id="33" orient="horz" pos="2016">
          <p15:clr>
            <a:srgbClr val="5ACBF0"/>
          </p15:clr>
        </p15:guide>
        <p15:guide id="34" orient="horz" pos="2160">
          <p15:clr>
            <a:srgbClr val="5ACBF0"/>
          </p15:clr>
        </p15:guide>
        <p15:guide id="35" orient="horz" pos="2304">
          <p15:clr>
            <a:srgbClr val="5ACBF0"/>
          </p15:clr>
        </p15:guide>
        <p15:guide id="36" orient="horz" pos="2448">
          <p15:clr>
            <a:srgbClr val="5ACBF0"/>
          </p15:clr>
        </p15:guide>
        <p15:guide id="37" orient="horz" pos="2592">
          <p15:clr>
            <a:srgbClr val="5ACBF0"/>
          </p15:clr>
        </p15:guide>
        <p15:guide id="38" orient="horz" pos="2736">
          <p15:clr>
            <a:srgbClr val="5ACBF0"/>
          </p15:clr>
        </p15:guide>
        <p15:guide id="39" orient="horz" pos="2880">
          <p15:clr>
            <a:srgbClr val="5ACBF0"/>
          </p15:clr>
        </p15:guide>
        <p15:guide id="40" orient="horz" pos="3024">
          <p15:clr>
            <a:srgbClr val="5ACBF0"/>
          </p15:clr>
        </p15:guide>
        <p15:guide id="41" orient="horz" pos="3168">
          <p15:clr>
            <a:srgbClr val="5ACBF0"/>
          </p15:clr>
        </p15:guide>
        <p15:guide id="42" orient="horz" pos="3312">
          <p15:clr>
            <a:srgbClr val="5ACBF0"/>
          </p15:clr>
        </p15:guide>
        <p15:guide id="43" orient="horz" pos="3456">
          <p15:clr>
            <a:srgbClr val="5ACBF0"/>
          </p15:clr>
        </p15:guide>
        <p15:guide id="44" orient="horz" pos="3600">
          <p15:clr>
            <a:srgbClr val="5ACBF0"/>
          </p15:clr>
        </p15:guide>
        <p15:guide id="45" orient="horz" pos="3744">
          <p15:clr>
            <a:srgbClr val="5ACBF0"/>
          </p15:clr>
        </p15:guide>
        <p15:guide id="46" orient="horz" pos="3888">
          <p15:clr>
            <a:srgbClr val="5ACBF0"/>
          </p15:clr>
        </p15:guide>
        <p15:guide id="47" orient="horz" pos="4176">
          <p15:clr>
            <a:srgbClr val="5ACBF0"/>
          </p15:clr>
        </p15:guide>
        <p15:guide id="48" pos="744">
          <p15:clr>
            <a:srgbClr val="C35EA4"/>
          </p15:clr>
        </p15:guide>
        <p15:guide id="49" pos="888">
          <p15:clr>
            <a:srgbClr val="C35EA4"/>
          </p15:clr>
        </p15:guide>
        <p15:guide id="50" pos="1344">
          <p15:clr>
            <a:srgbClr val="C35EA4"/>
          </p15:clr>
        </p15:guide>
        <p15:guide id="51" pos="1488">
          <p15:clr>
            <a:srgbClr val="C35EA4"/>
          </p15:clr>
        </p15:guide>
        <p15:guide id="52" pos="1944">
          <p15:clr>
            <a:srgbClr val="C35EA4"/>
          </p15:clr>
        </p15:guide>
        <p15:guide id="53" pos="2088">
          <p15:clr>
            <a:srgbClr val="C35EA4"/>
          </p15:clr>
        </p15:guide>
        <p15:guide id="54" pos="2544">
          <p15:clr>
            <a:srgbClr val="C35EA4"/>
          </p15:clr>
        </p15:guide>
        <p15:guide id="55" pos="2688">
          <p15:clr>
            <a:srgbClr val="C35EA4"/>
          </p15:clr>
        </p15:guide>
        <p15:guide id="56" pos="3168">
          <p15:clr>
            <a:srgbClr val="C35EA4"/>
          </p15:clr>
        </p15:guide>
        <p15:guide id="57" pos="3312">
          <p15:clr>
            <a:srgbClr val="C35EA4"/>
          </p15:clr>
        </p15:guide>
        <p15:guide id="58" pos="3768">
          <p15:clr>
            <a:srgbClr val="F26B43"/>
          </p15:clr>
        </p15:guide>
        <p15:guide id="59" pos="3912">
          <p15:clr>
            <a:srgbClr val="F26B43"/>
          </p15:clr>
        </p15:guide>
        <p15:guide id="60" pos="4368">
          <p15:clr>
            <a:srgbClr val="C35EA4"/>
          </p15:clr>
        </p15:guide>
        <p15:guide id="61" pos="4512">
          <p15:clr>
            <a:srgbClr val="C35EA4"/>
          </p15:clr>
        </p15:guide>
        <p15:guide id="62" pos="4968">
          <p15:clr>
            <a:srgbClr val="C35EA4"/>
          </p15:clr>
        </p15:guide>
        <p15:guide id="63" pos="5112">
          <p15:clr>
            <a:srgbClr val="C35EA4"/>
          </p15:clr>
        </p15:guide>
        <p15:guide id="64" pos="5568">
          <p15:clr>
            <a:srgbClr val="C35EA4"/>
          </p15:clr>
        </p15:guide>
        <p15:guide id="65" pos="5712">
          <p15:clr>
            <a:srgbClr val="C35EA4"/>
          </p15:clr>
        </p15:guide>
        <p15:guide id="66" pos="6168">
          <p15:clr>
            <a:srgbClr val="C35EA4"/>
          </p15:clr>
        </p15:guide>
        <p15:guide id="67" pos="6312">
          <p15:clr>
            <a:srgbClr val="C35EA4"/>
          </p15:clr>
        </p15:guide>
        <p15:guide id="68" pos="6792">
          <p15:clr>
            <a:srgbClr val="C35EA4"/>
          </p15:clr>
        </p15:guide>
        <p15:guide id="69" pos="6936">
          <p15:clr>
            <a:srgbClr val="C35EA4"/>
          </p15:clr>
        </p15:guide>
        <p15:guide id="70" pos="7392">
          <p15:clr>
            <a:srgbClr val="F26B43"/>
          </p15:clr>
        </p15:guide>
        <p15:guide id="71" orient="horz" pos="144">
          <p15:clr>
            <a:srgbClr val="5ACBF0"/>
          </p15:clr>
        </p15:guide>
        <p15:guide id="72" orient="horz" pos="143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A8C4E5-9F4D-7A0B-F51F-FD41AC77D4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5484" y="204704"/>
            <a:ext cx="4322868" cy="1105481"/>
          </a:xfrm>
        </p:spPr>
        <p:txBody>
          <a:bodyPr/>
          <a:lstStyle/>
          <a:p>
            <a:r>
              <a:rPr lang="en-US" sz="5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Sara</a:t>
            </a:r>
            <a:r>
              <a:rPr lang="en-US" sz="5200" dirty="0">
                <a:solidFill>
                  <a:srgbClr val="0070C0"/>
                </a:solidFill>
              </a:rPr>
              <a:t> </a:t>
            </a:r>
            <a:r>
              <a:rPr lang="en-US" sz="5200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Latto</a:t>
            </a:r>
            <a:r>
              <a:rPr lang="en-US" sz="52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DA4A3-C020-E5BA-EC9D-FE59B6BB00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06337" y="3304996"/>
            <a:ext cx="2350485" cy="2524034"/>
          </a:xfrm>
        </p:spPr>
        <p:txBody>
          <a:bodyPr/>
          <a:lstStyle/>
          <a:p>
            <a:r>
              <a:rPr lang="en-US" sz="1800" dirty="0"/>
              <a:t>“</a:t>
            </a:r>
            <a:r>
              <a:rPr lang="en-US" sz="1800" i="1" dirty="0"/>
              <a:t>I am a highly motivated team player, and I pride myself in my adaptability and resourcefulness. I am dedicated, reliable and thrive on finding solutions to challenges”.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2914B-19F9-5031-16F9-A2C0B8B5D9F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C1779-C5F9-902B-3B59-5D411EAC56A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1E8A6-F6A9-6F6B-CA5D-FC5EF07196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37228B3-11BD-ED77-473B-4298A00438DC}"/>
              </a:ext>
            </a:extLst>
          </p:cNvPr>
          <p:cNvSpPr txBox="1">
            <a:spLocks/>
          </p:cNvSpPr>
          <p:nvPr/>
        </p:nvSpPr>
        <p:spPr>
          <a:xfrm>
            <a:off x="6970295" y="372979"/>
            <a:ext cx="4908884" cy="583087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21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2700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72115" algn="l"/>
              </a:tabLst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4008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7464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00920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94376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Career Highlights </a:t>
            </a:r>
          </a:p>
          <a:p>
            <a:pPr marL="285750" indent="-28575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Teaching Assistant (2015-2019)  </a:t>
            </a:r>
            <a:r>
              <a:rPr lang="en-GB" sz="1800" dirty="0">
                <a:effectLst/>
                <a:latin typeface="Calibri Light" panose="020F0302020204030204" pitchFamily="34" charset="0"/>
                <a:ea typeface="NSimSun" panose="02010609030101010101" pitchFamily="49" charset="-122"/>
              </a:rPr>
              <a:t>St Joseph’s Middle School / St Marys First School, Hexham, UK</a:t>
            </a:r>
          </a:p>
          <a:p>
            <a:pPr marL="285750" indent="-28575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 Light" panose="020F0302020204030204" pitchFamily="34" charset="0"/>
                <a:ea typeface="NSimSun" panose="02010609030101010101" pitchFamily="49" charset="-122"/>
              </a:rPr>
              <a:t>Healthcare Assistant (2015)  </a:t>
            </a:r>
            <a:r>
              <a:rPr lang="en-GB" sz="1800" dirty="0">
                <a:latin typeface="Calibri Light" panose="020F0302020204030204" pitchFamily="34" charset="0"/>
                <a:ea typeface="NSimSun" panose="02010609030101010101" pitchFamily="49" charset="-122"/>
              </a:rPr>
              <a:t>National Healthcare Service (NHS)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Support Services Administrator / Witness Liaison-(2009-20 </a:t>
            </a:r>
            <a:r>
              <a:rPr lang="en-GB" sz="1800" dirty="0">
                <a:effectLst/>
                <a:latin typeface="Calibri Light" panose="020F0302020204030204" pitchFamily="34" charset="0"/>
                <a:ea typeface="NSimSun" panose="02010609030101010101" pitchFamily="49" charset="-122"/>
              </a:rPr>
              <a:t>Northumbria Police, Newcastle-Upon-Tyne, UK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Yeovil Foyer Administrator –(2005-2008)  </a:t>
            </a:r>
            <a:r>
              <a:rPr lang="en-GB" sz="1800" dirty="0">
                <a:effectLst/>
                <a:latin typeface="Calibri Light" panose="020F0302020204030204" pitchFamily="34" charset="0"/>
                <a:ea typeface="NSimSun" panose="02010609030101010101" pitchFamily="49" charset="-122"/>
              </a:rPr>
              <a:t>Knightstone Housing Association, Yeovil, UK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 Light" panose="020F0302020204030204" pitchFamily="34" charset="0"/>
                <a:ea typeface="NSimSun" panose="02010609030101010101" pitchFamily="49" charset="-122"/>
              </a:rPr>
              <a:t>Assistant Assurance Officer (2003-2005) </a:t>
            </a:r>
            <a:r>
              <a:rPr lang="en-GB" sz="1800" dirty="0">
                <a:effectLst/>
                <a:latin typeface="Calibri Light" panose="020F0302020204030204" pitchFamily="34" charset="0"/>
                <a:ea typeface="NSimSun" panose="02010609030101010101" pitchFamily="49" charset="-122"/>
              </a:rPr>
              <a:t>HN Revenue and Customs </a:t>
            </a:r>
          </a:p>
          <a:p>
            <a:r>
              <a:rPr lang="en-US" sz="1800" b="1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Additional Experience:</a:t>
            </a:r>
          </a:p>
          <a:p>
            <a:r>
              <a:rPr lang="en-US" sz="1800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Roles including Supervising Steward (HMS Heron), Dental Nurse, Care Assistant. </a:t>
            </a:r>
          </a:p>
          <a:p>
            <a:endParaRPr lang="en-US" sz="1800" b="1" i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endParaRPr lang="en-US" sz="1400" dirty="0"/>
          </a:p>
          <a:p>
            <a:r>
              <a:rPr lang="en-US" sz="1800" dirty="0"/>
              <a:t> </a:t>
            </a:r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A9DEC02D-080C-1AF8-AA60-05401C658FFE}"/>
              </a:ext>
            </a:extLst>
          </p:cNvPr>
          <p:cNvSpPr/>
          <p:nvPr/>
        </p:nvSpPr>
        <p:spPr>
          <a:xfrm>
            <a:off x="6156159" y="372979"/>
            <a:ext cx="367471" cy="5961394"/>
          </a:xfrm>
          <a:prstGeom prst="upDownArrow">
            <a:avLst/>
          </a:prstGeom>
          <a:solidFill>
            <a:schemeClr val="accent3">
              <a:lumMod val="40000"/>
              <a:lumOff val="60000"/>
            </a:schemeClr>
          </a:solidFill>
          <a:ln w="190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erson with long hair&#10;&#10;Description automatically generated with low confidence">
            <a:extLst>
              <a:ext uri="{FF2B5EF4-FFF2-40B4-BE49-F238E27FC236}">
                <a16:creationId xmlns:a16="http://schemas.microsoft.com/office/drawing/2014/main" id="{B6FEE355-9C7D-4DAE-1697-7A7AA4AC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15" y="3199101"/>
            <a:ext cx="2350485" cy="3135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7F7894-CF30-6D72-8096-5546EE895754}"/>
              </a:ext>
            </a:extLst>
          </p:cNvPr>
          <p:cNvSpPr txBox="1"/>
          <p:nvPr/>
        </p:nvSpPr>
        <p:spPr>
          <a:xfrm>
            <a:off x="235483" y="1090509"/>
            <a:ext cx="5210977" cy="183434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Core Skills:</a:t>
            </a:r>
          </a:p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Planning and organization </a:t>
            </a:r>
          </a:p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Excellent people &amp; verbal skills </a:t>
            </a:r>
          </a:p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Excellent in written communications (English native) </a:t>
            </a:r>
          </a:p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Team support and stakeholder management</a:t>
            </a:r>
          </a:p>
          <a:p>
            <a:pPr marL="2857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Emotional intelligence, dedication and supportive.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589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A40B9-BE2F-292D-C692-E9E3CE7AAD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81264"/>
            <a:ext cx="11189368" cy="6376736"/>
          </a:xfrm>
        </p:spPr>
        <p:txBody>
          <a:bodyPr/>
          <a:lstStyle/>
          <a:p>
            <a:r>
              <a:rPr lang="en-US" sz="28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Professional History </a:t>
            </a:r>
          </a:p>
          <a:p>
            <a:pPr>
              <a:buClr>
                <a:schemeClr val="accent3">
                  <a:lumMod val="40000"/>
                  <a:lumOff val="60000"/>
                </a:schemeClr>
              </a:buClr>
            </a:pPr>
            <a:r>
              <a:rPr lang="en-US" sz="2200" b="1" i="1" dirty="0"/>
              <a:t>Career Highlight: </a:t>
            </a:r>
            <a:r>
              <a:rPr lang="en-GB" sz="2200" b="1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Teaching Assistant </a:t>
            </a:r>
            <a:r>
              <a:rPr lang="en-GB" sz="2200" b="1" dirty="0">
                <a:effectLst/>
                <a:latin typeface="Calibri Light" panose="020F0302020204030204" pitchFamily="34" charset="0"/>
                <a:ea typeface="NSimSun" panose="02010609030101010101" pitchFamily="49" charset="-122"/>
              </a:rPr>
              <a:t>St Joseph’s Middle School / St Marys First School, UK</a:t>
            </a:r>
          </a:p>
          <a:p>
            <a:pPr marL="34290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Demonstrating patience and understanding working with small group of students to deliver lessons</a:t>
            </a:r>
            <a:endParaRPr lang="en-US" sz="1800" kern="150" dirty="0">
              <a:effectLst/>
              <a:latin typeface="Liberation Serif"/>
              <a:ea typeface="NSimSun" panose="02010609030101010101" pitchFamily="49" charset="-122"/>
              <a:cs typeface="Mangal" panose="02040503050203030202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Providing clear and concise assistance and 1:1 support for children with complex medical needs, ensuring their safety and effective access to learning activities. </a:t>
            </a:r>
            <a:endParaRPr lang="en-US" sz="1800" kern="150" dirty="0">
              <a:effectLst/>
              <a:latin typeface="Liberation Serif"/>
              <a:ea typeface="NSimSun" panose="02010609030101010101" pitchFamily="49" charset="-122"/>
              <a:cs typeface="Mangal" panose="02040503050203030202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Assessing students’ needs and requirements, in particular disadvantaged pupils &amp; monitoring progress </a:t>
            </a:r>
            <a:endParaRPr lang="en-US" sz="1800" kern="150" dirty="0">
              <a:effectLst/>
              <a:latin typeface="Liberation Serif"/>
              <a:ea typeface="NSimSun" panose="02010609030101010101" pitchFamily="49" charset="-122"/>
              <a:cs typeface="Mangal" panose="02040503050203030202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Development and implementation of Individual Education/Behaviour Plans and Personal Care programmes.</a:t>
            </a:r>
            <a:endParaRPr lang="en-US" sz="1800" kern="150" dirty="0">
              <a:effectLst/>
              <a:latin typeface="Liberation Serif"/>
              <a:ea typeface="NSimSun" panose="02010609030101010101" pitchFamily="49" charset="-122"/>
              <a:cs typeface="Mangal" panose="02040503050203030202" pitchFamily="18" charset="0"/>
            </a:endParaRPr>
          </a:p>
          <a:p>
            <a:pPr marL="34290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Delivering clerical / administrative support e.g. Updating pupil records, photocopying, typing, filing, money, administer coursework, reception desk cover etc. </a:t>
            </a:r>
            <a:endParaRPr lang="en-US" sz="1800" kern="150" dirty="0">
              <a:effectLst/>
              <a:latin typeface="Liberation Serif"/>
              <a:ea typeface="NSimSun" panose="02010609030101010101" pitchFamily="49" charset="-122"/>
              <a:cs typeface="Mangal" panose="02040503050203030202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Tracking student data and recording accurately within the school systems to meet reporting requirements </a:t>
            </a:r>
            <a:endParaRPr lang="en-US" sz="1800" kern="150" dirty="0">
              <a:effectLst/>
              <a:latin typeface="Liberation Serif"/>
              <a:ea typeface="NSimSun" panose="02010609030101010101" pitchFamily="49" charset="-122"/>
              <a:cs typeface="Mangal" panose="02040503050203030202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Read with individual children and groups and complete reading records as directed by the class teacher.</a:t>
            </a:r>
            <a:endParaRPr lang="en-US" sz="1800" kern="150" dirty="0">
              <a:effectLst/>
              <a:latin typeface="Liberation Serif"/>
              <a:ea typeface="NSimSun" panose="02010609030101010101" pitchFamily="49" charset="-122"/>
              <a:cs typeface="Mangal" panose="02040503050203030202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Stakeholder management </a:t>
            </a:r>
            <a:r>
              <a:rPr lang="en-GB" sz="1800" kern="150" dirty="0"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liaising with teaching staff, administration team, </a:t>
            </a:r>
            <a:r>
              <a:rPr lang="en-GB" sz="1800" kern="150" dirty="0">
                <a:effectLst/>
                <a:latin typeface="Calibri Light" panose="020F0302020204030204" pitchFamily="34" charset="0"/>
                <a:ea typeface="NSimSun" panose="02010609030101010101" pitchFamily="49" charset="-122"/>
                <a:cs typeface="Mangal" panose="02040503050203030202" pitchFamily="18" charset="0"/>
              </a:rPr>
              <a:t>parents and social services to act on any issues as they occurred. </a:t>
            </a:r>
            <a:endParaRPr lang="en-US" sz="1800" kern="150" dirty="0">
              <a:effectLst/>
              <a:latin typeface="Liberation Serif"/>
              <a:ea typeface="NSimSun" panose="02010609030101010101" pitchFamily="49" charset="-122"/>
              <a:cs typeface="Mangal" panose="02040503050203030202" pitchFamily="18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6A0CE-92F9-EC49-A5EE-E692C5C62E6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30B17-8A5E-BDD0-AE9C-0BE7D463C90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A2A29-3A40-24B2-236A-62262BD9CB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A40B9-BE2F-292D-C692-E9E3CE7AAD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52663"/>
            <a:ext cx="11189368" cy="6376736"/>
          </a:xfrm>
        </p:spPr>
        <p:txBody>
          <a:bodyPr/>
          <a:lstStyle/>
          <a:p>
            <a:r>
              <a:rPr lang="en-US" sz="28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Professional History </a:t>
            </a:r>
          </a:p>
          <a:p>
            <a:pPr>
              <a:buClr>
                <a:schemeClr val="accent3">
                  <a:lumMod val="40000"/>
                  <a:lumOff val="60000"/>
                </a:schemeClr>
              </a:buClr>
            </a:pPr>
            <a:r>
              <a:rPr lang="en-US" sz="2200" i="1" dirty="0"/>
              <a:t>Career Highlight: </a:t>
            </a:r>
            <a:r>
              <a:rPr lang="en-GB" sz="2200" b="1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Support Services Administrator / Witness Liaison- </a:t>
            </a:r>
            <a:r>
              <a:rPr lang="en-GB" sz="2200" dirty="0">
                <a:effectLst/>
                <a:latin typeface="Calibri Light" panose="020F0302020204030204" pitchFamily="34" charset="0"/>
                <a:ea typeface="NSimSun" panose="02010609030101010101" pitchFamily="49" charset="-122"/>
              </a:rPr>
              <a:t>Northumbria Police, Newcastle-Upon-Tyne, UK </a:t>
            </a: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Primary liaison for court witnesses to Police and Crown Prosecution Service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Issuing and coordinating witness correspondence (phone, letter, and email), ensuring that they understand what is required of them prior to and during court appearances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Liaise with police, forensics, crown and magistrates court, probation, victim support and many other internal external agencies and resolving any issues in a timely manner 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Supporting witnesses by facilitating the necessary support services such as victim support as well as talking them through any concerns / problems they may have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Proficiency across using various IT systems including updating both hard copy and electronic confidential records in multiple databases used by Police and Crown Prosecution Service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Providing support and understanding to facilitate specific measures for vulnerable court witnesses such as video links into the court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Providing weekly update reports for the Crown Prosecution Service and working in a flexible, efficient manner 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Arrange travel and accommodation for court witnesses as required keeping to cost and time constraints </a:t>
            </a:r>
            <a:endParaRPr lang="en-US" sz="18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6A0CE-92F9-EC49-A5EE-E692C5C62E6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30B17-8A5E-BDD0-AE9C-0BE7D463C90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A2A29-3A40-24B2-236A-62262BD9CB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6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F8B51-388C-2284-1B1B-F12A7EB12F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731" y="319183"/>
            <a:ext cx="5544553" cy="5658536"/>
          </a:xfrm>
        </p:spPr>
        <p:txBody>
          <a:bodyPr/>
          <a:lstStyle/>
          <a:p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Continuing Education </a:t>
            </a: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6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Cache level 1 award in Safeguarding in a Learning Environment</a:t>
            </a:r>
            <a:endParaRPr lang="en-US" sz="16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6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NVQ2 Advice and Guidance</a:t>
            </a:r>
            <a:endParaRPr lang="en-US" sz="16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6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Foundation Certificate in Health &amp; Safety in The Workplace</a:t>
            </a:r>
            <a:endParaRPr lang="en-US" sz="16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6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Child Protection – SITRA In-House Training</a:t>
            </a:r>
            <a:endParaRPr lang="en-US" sz="16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6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European Computer Drivers Licence</a:t>
            </a:r>
            <a:endParaRPr lang="en-US" sz="16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6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Scottish Higher English, Geography</a:t>
            </a:r>
            <a:endParaRPr lang="en-US" sz="16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6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Core Mathematics 3 Module</a:t>
            </a:r>
            <a:endParaRPr lang="en-US" sz="16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Clr>
                <a:schemeClr val="accent3">
                  <a:lumMod val="40000"/>
                  <a:lumOff val="60000"/>
                </a:schemeClr>
              </a:buClr>
              <a:buFont typeface="Symbol" panose="05050102010706020507" pitchFamily="18" charset="2"/>
              <a:buChar char=""/>
            </a:pPr>
            <a:r>
              <a:rPr lang="en-GB" sz="1600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Scottish Standard Grade English, Art, History, Home Economics, Modern Studies, Mathematics, Chemistry</a:t>
            </a:r>
          </a:p>
          <a:p>
            <a:r>
              <a:rPr lang="en-GB" sz="1800" u="none" strike="noStrike" kern="1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  <a:t> </a:t>
            </a:r>
            <a:r>
              <a:rPr lang="en-GB" sz="1800" b="1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Arial Unicode MS"/>
              </a:rPr>
              <a:t>ICT / SOFTWARE PROFICIENCIES</a:t>
            </a:r>
            <a:r>
              <a:rPr lang="en-GB" sz="1800" dirty="0"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ea typeface="Arial Unicode MS"/>
              </a:rPr>
              <a:t> </a:t>
            </a:r>
          </a:p>
          <a:p>
            <a:r>
              <a:rPr lang="en-GB" sz="1800" dirty="0">
                <a:effectLst/>
                <a:latin typeface="Calibri Light" panose="020F0302020204030204" pitchFamily="34" charset="0"/>
                <a:ea typeface="Arial Unicode MS"/>
              </a:rPr>
              <a:t>Microsoft Word, Microsoft Excel, Outlook, various database, and management platforms.</a:t>
            </a:r>
          </a:p>
          <a:p>
            <a:r>
              <a:rPr lang="en-GB" sz="1800" dirty="0">
                <a:latin typeface="Calibri Light" panose="020F0302020204030204" pitchFamily="34" charset="0"/>
                <a:ea typeface="Arial Unicode MS"/>
              </a:rPr>
              <a:t>Currently enrolled in developing digital skills for Microsoft Office training.</a:t>
            </a:r>
            <a:endParaRPr lang="en-US" sz="1800" dirty="0">
              <a:effectLst/>
              <a:latin typeface="Times New Roman" panose="02020603050405020304" pitchFamily="18" charset="0"/>
              <a:ea typeface="Arial Unicode MS"/>
            </a:endParaRPr>
          </a:p>
          <a:p>
            <a:pPr lvl="0">
              <a:buClr>
                <a:schemeClr val="accent3">
                  <a:lumMod val="40000"/>
                  <a:lumOff val="60000"/>
                </a:schemeClr>
              </a:buClr>
            </a:pPr>
            <a:endParaRPr lang="en-US" sz="1600" kern="1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br>
              <a:rPr lang="en-GB" sz="1800" u="sng" dirty="0">
                <a:effectLst/>
                <a:latin typeface="Calibri Light" panose="020F0302020204030204" pitchFamily="34" charset="0"/>
                <a:ea typeface="Times New Roman" panose="02020603050405020304" pitchFamily="18" charset="0"/>
              </a:rPr>
            </a:br>
            <a:endParaRPr lang="en-US" sz="1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57269-F582-43A3-EDA0-22F2029D4C5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1E42D4-B472-4D33-8D3D-6F0C0E7887EA}" type="datetime3">
              <a:rPr lang="en-US" smtClean="0"/>
              <a:t>31 March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72A3D-78A8-A410-6557-720CEFB197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Arcadis 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5FDD5-B165-741D-0B0B-BE3C164D57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FE63AA4-120D-435A-A130-F49443AF7C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5B9A1C3-2373-0CA4-028B-3EE3270BCF83}"/>
              </a:ext>
            </a:extLst>
          </p:cNvPr>
          <p:cNvSpPr txBox="1">
            <a:spLocks/>
          </p:cNvSpPr>
          <p:nvPr/>
        </p:nvSpPr>
        <p:spPr>
          <a:xfrm>
            <a:off x="6439560" y="2441308"/>
            <a:ext cx="4959016" cy="298784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21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2700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72115" algn="l"/>
              </a:tabLst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4008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7464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00920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94376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Career Highlights</a:t>
            </a:r>
          </a:p>
          <a:p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</a:p>
          <a:p>
            <a:r>
              <a:rPr lang="en-US" dirty="0"/>
              <a:t>		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7C015E-F2BC-14BB-0A65-0832BA3EE14C}"/>
              </a:ext>
            </a:extLst>
          </p:cNvPr>
          <p:cNvSpPr txBox="1">
            <a:spLocks/>
          </p:cNvSpPr>
          <p:nvPr/>
        </p:nvSpPr>
        <p:spPr>
          <a:xfrm>
            <a:off x="6368716" y="343067"/>
            <a:ext cx="5544553" cy="268705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21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2700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2667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72115" algn="l"/>
              </a:tabLst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6325" indent="-266700" algn="l" defTabSz="9869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4008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7464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00920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94376" indent="-246728" algn="l" defTabSz="986912" rtl="0" eaLnBrk="1" latinLnBrk="0" hangingPunct="1">
              <a:lnSpc>
                <a:spcPct val="90000"/>
              </a:lnSpc>
              <a:spcBef>
                <a:spcPts val="540"/>
              </a:spcBef>
              <a:buFont typeface="Arial" panose="020B0604020202020204" pitchFamily="34" charset="0"/>
              <a:buChar char="•"/>
              <a:defRPr sz="194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Volunteering &amp; interests </a:t>
            </a:r>
          </a:p>
          <a:p>
            <a:pPr marL="285750" indent="-28575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Volunteer work with schools, and community groups in Holland </a:t>
            </a:r>
          </a:p>
          <a:p>
            <a:pPr marL="285750" indent="-285750">
              <a:buClr>
                <a:schemeClr val="accent3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Learning Dutch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2" name="Graphic 1" descr="Employee badge with solid fill">
            <a:extLst>
              <a:ext uri="{FF2B5EF4-FFF2-40B4-BE49-F238E27FC236}">
                <a16:creationId xmlns:a16="http://schemas.microsoft.com/office/drawing/2014/main" id="{F41E34C3-96EA-0FC5-CC2A-67D75084E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9560" y="4897450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E55DBE-1E80-B2E8-460F-88882AB97F37}"/>
              </a:ext>
            </a:extLst>
          </p:cNvPr>
          <p:cNvSpPr txBox="1"/>
          <p:nvPr/>
        </p:nvSpPr>
        <p:spPr>
          <a:xfrm>
            <a:off x="7468260" y="5065492"/>
            <a:ext cx="4723740" cy="149271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Sara Latto </a:t>
            </a:r>
          </a:p>
          <a:p>
            <a:pPr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Spoorzichtlaan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1, 2106AV,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Heemstede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, North Holland</a:t>
            </a:r>
          </a:p>
          <a:p>
            <a:pPr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Mobile: 0615444217 Email: lattosara@aol.com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27B31-1694-B6E5-FBDD-39474121E081}"/>
              </a:ext>
            </a:extLst>
          </p:cNvPr>
          <p:cNvSpPr txBox="1"/>
          <p:nvPr/>
        </p:nvSpPr>
        <p:spPr>
          <a:xfrm>
            <a:off x="6348666" y="2865983"/>
            <a:ext cx="4723739" cy="18374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key career highlight for me has been experience working in some challenging industries (Customs, police, special needs education) and being able to make a difference to the individuals and teams that I’ve had the opportunity to work with along the way”. </a:t>
            </a:r>
          </a:p>
        </p:txBody>
      </p:sp>
    </p:spTree>
    <p:extLst>
      <p:ext uri="{BB962C8B-B14F-4D97-AF65-F5344CB8AC3E}">
        <p14:creationId xmlns:p14="http://schemas.microsoft.com/office/powerpoint/2010/main" val="1399842031"/>
      </p:ext>
    </p:extLst>
  </p:cSld>
  <p:clrMapOvr>
    <a:masterClrMapping/>
  </p:clrMapOvr>
</p:sld>
</file>

<file path=ppt/theme/theme1.xml><?xml version="1.0" encoding="utf-8"?>
<a:theme xmlns:a="http://schemas.openxmlformats.org/drawingml/2006/main" name="1_Arcadis Master w Kicker">
  <a:themeElements>
    <a:clrScheme name="Arcadis Color Palette">
      <a:dk1>
        <a:srgbClr val="0C0808"/>
      </a:dk1>
      <a:lt1>
        <a:srgbClr val="FFFFFF"/>
      </a:lt1>
      <a:dk2>
        <a:srgbClr val="494646"/>
      </a:dk2>
      <a:lt2>
        <a:srgbClr val="C2C1C1"/>
      </a:lt2>
      <a:accent1>
        <a:srgbClr val="E4610F"/>
      </a:accent1>
      <a:accent2>
        <a:srgbClr val="F2B087"/>
      </a:accent2>
      <a:accent3>
        <a:srgbClr val="9C266E"/>
      </a:accent3>
      <a:accent4>
        <a:srgbClr val="F1B434"/>
      </a:accent4>
      <a:accent5>
        <a:srgbClr val="007377"/>
      </a:accent5>
      <a:accent6>
        <a:srgbClr val="326295"/>
      </a:accent6>
      <a:hlink>
        <a:srgbClr val="E4610F"/>
      </a:hlink>
      <a:folHlink>
        <a:srgbClr val="F2B087"/>
      </a:folHlink>
    </a:clrScheme>
    <a:fontScheme name="ARCAD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9050" cmpd="sng"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tx2"/>
          </a:solidFill>
          <a:headEnd type="none"/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rtlCol="0">
        <a:spAutoFit/>
      </a:bodyPr>
      <a:lstStyle>
        <a:defPPr>
          <a:lnSpc>
            <a:spcPct val="90000"/>
          </a:lnSpc>
          <a:spcBef>
            <a:spcPts val="200"/>
          </a:spcBef>
          <a:spcAft>
            <a:spcPts val="4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D91FC128-3164-4454-B83E-3D7812B86F38}" vid="{BDAFC58B-348F-4B40-B7FB-D44AFB234A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706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Arial Narrow</vt:lpstr>
      <vt:lpstr>Calibri Light</vt:lpstr>
      <vt:lpstr>Liberation Serif</vt:lpstr>
      <vt:lpstr>Noto Sans Symbols</vt:lpstr>
      <vt:lpstr>Symbol</vt:lpstr>
      <vt:lpstr>Times New Roman</vt:lpstr>
      <vt:lpstr>Wingdings</vt:lpstr>
      <vt:lpstr>1_Arcadis Master w Kicker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 Latto</dc:creator>
  <cp:lastModifiedBy>Jim Latto</cp:lastModifiedBy>
  <cp:revision>7</cp:revision>
  <dcterms:created xsi:type="dcterms:W3CDTF">2022-05-14T11:50:56Z</dcterms:created>
  <dcterms:modified xsi:type="dcterms:W3CDTF">2023-03-31T10:13:45Z</dcterms:modified>
</cp:coreProperties>
</file>