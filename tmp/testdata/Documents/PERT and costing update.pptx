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4F84-253B-4008-A611-16DB8FC4E78C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6F410-0EBF-4095-A11B-EE7706260B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54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E4F84-253B-4008-A611-16DB8FC4E78C}" type="datetimeFigureOut">
              <a:rPr lang="en-GB" smtClean="0"/>
              <a:t>20/10/2016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6F410-0EBF-4095-A11B-EE7706260B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686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 txBox="1">
            <a:spLocks/>
          </p:cNvSpPr>
          <p:nvPr/>
        </p:nvSpPr>
        <p:spPr>
          <a:xfrm>
            <a:off x="448407" y="365126"/>
            <a:ext cx="8212015" cy="669907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>
                <a:solidFill>
                  <a:srgbClr val="4C4C4C"/>
                </a:solidFill>
                <a:latin typeface="GE Inspira"/>
                <a:cs typeface="GE Inspira"/>
              </a:rPr>
              <a:t>R166 Composites Development Program – Qualification 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47976" y="22226"/>
            <a:ext cx="6767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>
                <a:solidFill>
                  <a:srgbClr val="4C4C4C"/>
                </a:solidFill>
                <a:latin typeface="GE Inspira"/>
                <a:cs typeface="GE Inspira"/>
              </a:rPr>
              <a:t>Oct 16</a:t>
            </a:r>
            <a:endParaRPr lang="en-GB" sz="1400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119173"/>
              </p:ext>
            </p:extLst>
          </p:nvPr>
        </p:nvGraphicFramePr>
        <p:xfrm>
          <a:off x="74782" y="798104"/>
          <a:ext cx="7029450" cy="421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Visio" r:id="rId3" imgW="7162851" imgH="4286211" progId="Visio.Drawing.15">
                  <p:embed/>
                </p:oleObj>
              </mc:Choice>
              <mc:Fallback>
                <p:oleObj name="Visio" r:id="rId3" imgW="7162851" imgH="4286211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782" y="798104"/>
                        <a:ext cx="7029450" cy="4219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858650"/>
              </p:ext>
            </p:extLst>
          </p:nvPr>
        </p:nvGraphicFramePr>
        <p:xfrm>
          <a:off x="944036" y="4990686"/>
          <a:ext cx="7220755" cy="153429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64285">
                  <a:extLst>
                    <a:ext uri="{9D8B030D-6E8A-4147-A177-3AD203B41FA5}">
                      <a16:colId xmlns:a16="http://schemas.microsoft.com/office/drawing/2014/main" val="2555409238"/>
                    </a:ext>
                  </a:extLst>
                </a:gridCol>
                <a:gridCol w="1525659">
                  <a:extLst>
                    <a:ext uri="{9D8B030D-6E8A-4147-A177-3AD203B41FA5}">
                      <a16:colId xmlns:a16="http://schemas.microsoft.com/office/drawing/2014/main" val="1986108800"/>
                    </a:ext>
                  </a:extLst>
                </a:gridCol>
                <a:gridCol w="668781">
                  <a:extLst>
                    <a:ext uri="{9D8B030D-6E8A-4147-A177-3AD203B41FA5}">
                      <a16:colId xmlns:a16="http://schemas.microsoft.com/office/drawing/2014/main" val="3017120230"/>
                    </a:ext>
                  </a:extLst>
                </a:gridCol>
                <a:gridCol w="668781">
                  <a:extLst>
                    <a:ext uri="{9D8B030D-6E8A-4147-A177-3AD203B41FA5}">
                      <a16:colId xmlns:a16="http://schemas.microsoft.com/office/drawing/2014/main" val="3601119719"/>
                    </a:ext>
                  </a:extLst>
                </a:gridCol>
                <a:gridCol w="1703304">
                  <a:extLst>
                    <a:ext uri="{9D8B030D-6E8A-4147-A177-3AD203B41FA5}">
                      <a16:colId xmlns:a16="http://schemas.microsoft.com/office/drawing/2014/main" val="1785891934"/>
                    </a:ext>
                  </a:extLst>
                </a:gridCol>
                <a:gridCol w="780246">
                  <a:extLst>
                    <a:ext uri="{9D8B030D-6E8A-4147-A177-3AD203B41FA5}">
                      <a16:colId xmlns:a16="http://schemas.microsoft.com/office/drawing/2014/main" val="4145983592"/>
                    </a:ext>
                  </a:extLst>
                </a:gridCol>
                <a:gridCol w="1309699">
                  <a:extLst>
                    <a:ext uri="{9D8B030D-6E8A-4147-A177-3AD203B41FA5}">
                      <a16:colId xmlns:a16="http://schemas.microsoft.com/office/drawing/2014/main" val="3837829524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fontAlgn="ctr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E Inspira" panose="020F0603030400020203" pitchFamily="34" charset="0"/>
                        </a:rPr>
                        <a:t>Press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Temp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Barrier &amp; Matrix Material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Comments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PRD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4710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A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Service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E Inspira" panose="020F0603030400020203" pitchFamily="34" charset="0"/>
                        </a:rPr>
                        <a:t>5ksi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 dirty="0">
                          <a:effectLst/>
                        </a:rPr>
                        <a:t>110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PVDF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71910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Water &amp; Gas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E Inspira" panose="020F0603030400020203" pitchFamily="34" charset="0"/>
                        </a:rPr>
                        <a:t>10ksi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60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PA12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 dirty="0">
                          <a:effectLst/>
                        </a:rPr>
                        <a:t>PERT?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68011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Production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E Inspira" panose="020F0603030400020203" pitchFamily="34" charset="0"/>
                        </a:rPr>
                        <a:t>5ksi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110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PVDF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Y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97008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B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Water Injection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E Inspira" panose="020F0603030400020203" pitchFamily="34" charset="0"/>
                        </a:rPr>
                        <a:t>5ksi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60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PA12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PERT?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53878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Water Injection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E Inspira" panose="020F0603030400020203" pitchFamily="34" charset="0"/>
                        </a:rPr>
                        <a:t>5ksi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60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PA12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PERT?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1291845"/>
                  </a:ext>
                </a:extLst>
              </a:tr>
              <a:tr h="20079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C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Water Injection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E Inspira" panose="020F0603030400020203" pitchFamily="34" charset="0"/>
                        </a:rPr>
                        <a:t>15ksi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40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PA12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PERT?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85069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D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Production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E Inspira" panose="020F0603030400020203" pitchFamily="34" charset="0"/>
                        </a:rPr>
                        <a:t>5ksi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120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>
                          <a:effectLst/>
                        </a:rPr>
                        <a:t>PVDF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GE Inspira" panose="020F0603030400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u="none" strike="noStrike" dirty="0">
                          <a:effectLst/>
                        </a:rPr>
                        <a:t>N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7265239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04232" y="1070156"/>
            <a:ext cx="19762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u="sng" dirty="0">
                <a:latin typeface="GE Inspira" panose="020F0603030400020203" pitchFamily="34" charset="0"/>
              </a:rPr>
              <a:t>R166 Key Objectives</a:t>
            </a:r>
          </a:p>
          <a:p>
            <a:endParaRPr lang="en-GB" sz="1400" dirty="0">
              <a:latin typeface="GE Inspira" panose="020F0603030400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GE Inspira" panose="020F0603030400020203" pitchFamily="34" charset="0"/>
              </a:rPr>
              <a:t>Manufacturing Qualification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GE Inspira" panose="020F0603030400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GE Inspira" panose="020F0603030400020203" pitchFamily="34" charset="0"/>
              </a:rPr>
              <a:t>Design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GE Inspira" panose="020F0603030400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GE Inspira" panose="020F0603030400020203" pitchFamily="34" charset="0"/>
              </a:rPr>
              <a:t>Design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GE Inspira" panose="020F0603030400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GE Inspira" panose="020F0603030400020203" pitchFamily="34" charset="0"/>
              </a:rPr>
              <a:t>Product Structures Qualification</a:t>
            </a:r>
          </a:p>
          <a:p>
            <a:endParaRPr lang="en-GB" sz="1400" b="1" dirty="0">
              <a:latin typeface="GE Inspira" panose="020F0603030400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GE Inspira" panose="020F0603030400020203" pitchFamily="34" charset="0"/>
              </a:rPr>
              <a:t>MOC for Additional Structures</a:t>
            </a:r>
          </a:p>
          <a:p>
            <a:endParaRPr lang="en-GB" sz="1400" b="1" dirty="0">
              <a:latin typeface="GE Inspira" panose="020F0603030400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latin typeface="GE Inspira" panose="020F0603030400020203" pitchFamily="34" charset="0"/>
              </a:rPr>
              <a:t>MOC for Additional Materials</a:t>
            </a:r>
          </a:p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85013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esentation xmlns="http://schemas.microsoft.com/sharepoint/v3">R166 Composites Development Program - Stakeholder Review</Presentation>
    <SlideDescription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lide" ma:contentTypeID="0x010100A22E315B1F3C42B49A0E90D2F9AB5AB10058567A426063A64E9AE57B58D48063B4" ma:contentTypeVersion="0" ma:contentTypeDescription="Microsoft PowerPoint Slide" ma:contentTypeScope="" ma:versionID="06bc36440b9737931049e87a496d032a">
  <xsd:schema xmlns:xsd="http://www.w3.org/2001/XMLSchema" xmlns:xs="http://www.w3.org/2001/XMLSchema" xmlns:p="http://schemas.microsoft.com/office/2006/metadata/properties" xmlns:ns2="http://schemas.microsoft.com/sharepoint/v3" targetNamespace="http://schemas.microsoft.com/office/2006/metadata/properties" ma:root="true" ma:fieldsID="7932dd516c28b5387fecb8332d8cbe95" ns2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2:Presentation" minOccurs="0"/>
                <xsd:element ref="ns2:Slide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resentation" ma:index="1" nillable="true" ma:displayName="Presentation" ma:internalName="Presentation">
      <xsd:simpleType>
        <xsd:restriction base="dms:Text"/>
      </xsd:simpleType>
    </xsd:element>
    <xsd:element name="SlideDescription" ma:index="2" nillable="true" ma:displayName="Description" ma:internalName="SlideDescript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/>
        <xsd:element ref="dc:title" minOccurs="0" maxOccurs="1" ma:index="0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4328E8-EF44-45E6-A5A8-1DD84F13B97E}">
  <ds:schemaRefs>
    <ds:schemaRef ds:uri="http://purl.org/dc/dcmitype/"/>
    <ds:schemaRef ds:uri="http://schemas.microsoft.com/office/2006/metadata/properties"/>
    <ds:schemaRef ds:uri="http://www.w3.org/XML/1998/namespace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864D1D90-E7CD-4AF9-8DDF-43CEC3F5B7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10550</TotalTime>
  <Words>89</Words>
  <Application>Microsoft Office PowerPoint</Application>
  <PresentationFormat>On-screen Show (4:3)</PresentationFormat>
  <Paragraphs>63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GE Inspira</vt:lpstr>
      <vt:lpstr>Office Theme</vt:lpstr>
      <vt:lpstr>Microsoft Visio Drawing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R166 Composites Development Program - Stakeholder Review July</dc:title>
  <dc:creator>Latto, James (GE Oil &amp; Gas)</dc:creator>
  <dc:description/>
  <cp:lastModifiedBy>jim latto</cp:lastModifiedBy>
  <cp:revision>50</cp:revision>
  <dcterms:created xsi:type="dcterms:W3CDTF">2016-06-14T07:14:47Z</dcterms:created>
  <dcterms:modified xsi:type="dcterms:W3CDTF">2016-10-20T10:06:52Z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0x010100A22E315B1F3C42B49A0E90D2F9AB5AB10058567A426063A64E9AE57B58D48063B4</vt:lpwstr>
  </property>
  <property fmtid="{D5CDD505-2E9C-101B-9397-08002B2CF9AE}" pid="3" name="WBS">
    <vt:lpwstr/>
  </property>
  <property fmtid="{D5CDD505-2E9C-101B-9397-08002B2CF9AE}" pid="4" name="ContentType">
    <vt:lpwstr>Slide</vt:lpwstr>
  </property>
  <property fmtid="{D5CDD505-2E9C-101B-9397-08002B2CF9AE}" pid="5" name="Presentation">
    <vt:lpwstr>R166 Composites Development Program - Stakeholder Review July</vt:lpwstr>
  </property>
  <property fmtid="{D5CDD505-2E9C-101B-9397-08002B2CF9AE}" pid="6" name="SlideDescription">
    <vt:lpwstr/>
  </property>
  <property fmtid="{D5CDD505-2E9C-101B-9397-08002B2CF9AE}" pid="7" name="Order">
    <vt:r8>600</vt:r8>
  </property>
</Properties>
</file>