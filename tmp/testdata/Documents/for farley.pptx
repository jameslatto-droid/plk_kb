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87FE-2ECC-4328-A23F-55598C384D8A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FFFB6-8161-41B1-A78E-50DADA1184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240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87FE-2ECC-4328-A23F-55598C384D8A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FFFB6-8161-41B1-A78E-50DADA1184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807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87FE-2ECC-4328-A23F-55598C384D8A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FFFB6-8161-41B1-A78E-50DADA1184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122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87FE-2ECC-4328-A23F-55598C384D8A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FFFB6-8161-41B1-A78E-50DADA1184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598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87FE-2ECC-4328-A23F-55598C384D8A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FFFB6-8161-41B1-A78E-50DADA1184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4533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87FE-2ECC-4328-A23F-55598C384D8A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FFFB6-8161-41B1-A78E-50DADA1184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1207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87FE-2ECC-4328-A23F-55598C384D8A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FFFB6-8161-41B1-A78E-50DADA1184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685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87FE-2ECC-4328-A23F-55598C384D8A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FFFB6-8161-41B1-A78E-50DADA1184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75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87FE-2ECC-4328-A23F-55598C384D8A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FFFB6-8161-41B1-A78E-50DADA1184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505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87FE-2ECC-4328-A23F-55598C384D8A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FFFB6-8161-41B1-A78E-50DADA1184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052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87FE-2ECC-4328-A23F-55598C384D8A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FFFB6-8161-41B1-A78E-50DADA1184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009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187FE-2ECC-4328-A23F-55598C384D8A}" type="datetimeFigureOut">
              <a:rPr lang="en-GB" smtClean="0"/>
              <a:t>21/10/2016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FFFB6-8161-41B1-A78E-50DADA1184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958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6816251"/>
              </p:ext>
            </p:extLst>
          </p:nvPr>
        </p:nvGraphicFramePr>
        <p:xfrm>
          <a:off x="224709" y="1009471"/>
          <a:ext cx="11675827" cy="4361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Visio" r:id="rId3" imgW="7981841" imgH="2981454" progId="Visio.Drawing.15">
                  <p:embed/>
                </p:oleObj>
              </mc:Choice>
              <mc:Fallback>
                <p:oleObj name="Visio" r:id="rId3" imgW="7981841" imgH="2981454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4709" y="1009471"/>
                        <a:ext cx="11675827" cy="43610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99245" y="103031"/>
            <a:ext cx="6748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Farley's notes</a:t>
            </a:r>
          </a:p>
        </p:txBody>
      </p:sp>
    </p:spTree>
    <p:extLst>
      <p:ext uri="{BB962C8B-B14F-4D97-AF65-F5344CB8AC3E}">
        <p14:creationId xmlns:p14="http://schemas.microsoft.com/office/powerpoint/2010/main" val="41807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9245" y="103031"/>
            <a:ext cx="6748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Andrew’s notes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3885542"/>
              </p:ext>
            </p:extLst>
          </p:nvPr>
        </p:nvGraphicFramePr>
        <p:xfrm>
          <a:off x="276225" y="822862"/>
          <a:ext cx="11662490" cy="5051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Visio" r:id="rId3" imgW="7981841" imgH="3457459" progId="Visio.Drawing.15">
                  <p:embed/>
                </p:oleObj>
              </mc:Choice>
              <mc:Fallback>
                <p:oleObj name="Visio" r:id="rId3" imgW="7981841" imgH="3457459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6225" y="822862"/>
                        <a:ext cx="11662490" cy="50518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1256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Microsoft Visio Drawing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Latto, James (GE Oil &amp; Gas)</dc:creator>
  <cp:lastModifiedBy>Latto, James (GE Oil &amp; Gas)</cp:lastModifiedBy>
  <cp:revision>2</cp:revision>
  <dcterms:created xsi:type="dcterms:W3CDTF">2016-10-21T12:24:05Z</dcterms:created>
  <dcterms:modified xsi:type="dcterms:W3CDTF">2016-10-21T12:42:17Z</dcterms:modified>
</cp:coreProperties>
</file>