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6" r:id="rId2"/>
    <p:sldId id="267" r:id="rId3"/>
    <p:sldId id="268" r:id="rId4"/>
    <p:sldId id="26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821"/>
    <a:srgbClr val="FFBB66"/>
    <a:srgbClr val="595194"/>
    <a:srgbClr val="9C97FF"/>
    <a:srgbClr val="FF5C5C"/>
    <a:srgbClr val="DE2533"/>
    <a:srgbClr val="8669FF"/>
    <a:srgbClr val="E55C00"/>
    <a:srgbClr val="FFFFF5"/>
    <a:srgbClr val="FFFF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54" autoAdjust="0"/>
    <p:restoredTop sz="91038" autoAdjust="0"/>
  </p:normalViewPr>
  <p:slideViewPr>
    <p:cSldViewPr snapToGrid="0" snapToObjects="1" showGuides="1">
      <p:cViewPr varScale="1">
        <p:scale>
          <a:sx n="100" d="100"/>
          <a:sy n="100" d="100"/>
        </p:scale>
        <p:origin x="-1440" y="-96"/>
      </p:cViewPr>
      <p:guideLst>
        <p:guide orient="horz" pos="168"/>
        <p:guide orient="horz" pos="839"/>
        <p:guide orient="horz" pos="3706"/>
        <p:guide orient="horz" pos="1089"/>
        <p:guide orient="horz" pos="1204"/>
        <p:guide orient="horz" pos="390"/>
        <p:guide orient="horz" pos="4069"/>
        <p:guide orient="horz" pos="4200"/>
        <p:guide pos="260"/>
        <p:guide pos="5500"/>
        <p:guide pos="2884"/>
      </p:guideLst>
    </p:cSldViewPr>
  </p:slideViewPr>
  <p:outlineViewPr>
    <p:cViewPr>
      <p:scale>
        <a:sx n="33" d="100"/>
        <a:sy n="33" d="100"/>
      </p:scale>
      <p:origin x="0" y="163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 showGuides="1">
      <p:cViewPr varScale="1">
        <p:scale>
          <a:sx n="68" d="100"/>
          <a:sy n="68" d="100"/>
        </p:scale>
        <p:origin x="-178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C3E89-CDC9-40B8-A177-697B01EC3FE7}" type="datetimeFigureOut">
              <a:rPr lang="en-US" smtClean="0">
                <a:solidFill>
                  <a:srgbClr val="898989"/>
                </a:solidFill>
              </a:rPr>
              <a:t>3/31/16</a:t>
            </a:fld>
            <a:endParaRPr lang="en-US">
              <a:solidFill>
                <a:srgbClr val="898989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solidFill>
                <a:srgbClr val="89898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8EDC2-A989-4428-AAC6-FEBE43932169}" type="slidenum">
              <a:rPr lang="en-US" smtClean="0">
                <a:solidFill>
                  <a:srgbClr val="898989"/>
                </a:solidFill>
              </a:rPr>
              <a:t>‹#›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932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3C0586E-364E-4372-80AA-1C929B9BCABF}" type="datetimeFigureOut">
              <a:rPr lang="en-US" smtClean="0"/>
              <a:pPr/>
              <a:t>3/31/16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4A55B9BF-99C7-425D-A1C7-4E0B8871658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3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44488" indent="-171450" algn="l" defTabSz="914400" rtl="0" eaLnBrk="1" latinLnBrk="0" hangingPunct="1">
      <a:buFont typeface="GE Inspira Pitch" panose="020F0603030400020203" pitchFamily="34" charset="0"/>
      <a:buChar char="–"/>
      <a:tabLst>
        <a:tab pos="403225" algn="l"/>
      </a:tabLs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8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8.pn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72585" y="0"/>
            <a:ext cx="4471416" cy="33537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5760" y="3482975"/>
            <a:ext cx="8318500" cy="1470025"/>
          </a:xfrm>
        </p:spPr>
        <p:txBody>
          <a:bodyPr/>
          <a:lstStyle>
            <a:lvl1pPr>
              <a:lnSpc>
                <a:spcPct val="90000"/>
              </a:lnSpc>
              <a:defRPr sz="4800"/>
            </a:lvl1pPr>
          </a:lstStyle>
          <a:p>
            <a:r>
              <a:rPr lang="en-US" dirty="0" smtClean="0"/>
              <a:t>Click to add title</a:t>
            </a:r>
            <a:br>
              <a:rPr lang="en-US" dirty="0" smtClean="0"/>
            </a:br>
            <a:r>
              <a:rPr lang="en-US" dirty="0" smtClean="0"/>
              <a:t>two lines maximum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48" y="5001768"/>
            <a:ext cx="6316112" cy="406265"/>
          </a:xfrm>
        </p:spPr>
        <p:txBody>
          <a:bodyPr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add subtitle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97510" y="6175107"/>
            <a:ext cx="2069797" cy="33855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Imagination at work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96875" y="5415285"/>
            <a:ext cx="6303963" cy="307777"/>
          </a:xfrm>
        </p:spPr>
        <p:txBody>
          <a:bodyPr>
            <a:spAutoFit/>
          </a:bodyPr>
          <a:lstStyle>
            <a:lvl1pPr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78095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36702"/>
            <a:ext cx="4382429" cy="19180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5760" y="3482975"/>
            <a:ext cx="8318500" cy="1470025"/>
          </a:xfrm>
        </p:spPr>
        <p:txBody>
          <a:bodyPr/>
          <a:lstStyle>
            <a:lvl1pPr>
              <a:lnSpc>
                <a:spcPct val="90000"/>
              </a:lnSpc>
              <a:defRPr sz="4800"/>
            </a:lvl1pPr>
          </a:lstStyle>
          <a:p>
            <a:r>
              <a:rPr lang="en-US" dirty="0" smtClean="0"/>
              <a:t>Click to add title</a:t>
            </a:r>
            <a:br>
              <a:rPr lang="en-US" dirty="0" smtClean="0"/>
            </a:br>
            <a:r>
              <a:rPr lang="en-US" dirty="0" smtClean="0"/>
              <a:t>two lines maximum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48" y="5001768"/>
            <a:ext cx="6316112" cy="406265"/>
          </a:xfrm>
        </p:spPr>
        <p:txBody>
          <a:bodyPr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add subtitle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97510" y="6175107"/>
            <a:ext cx="2069797" cy="33855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Imagination at work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96875" y="5415285"/>
            <a:ext cx="6303963" cy="307777"/>
          </a:xfrm>
        </p:spPr>
        <p:txBody>
          <a:bodyPr>
            <a:spAutoFit/>
          </a:bodyPr>
          <a:lstStyle>
            <a:lvl1pPr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2396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23774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5760" y="3482975"/>
            <a:ext cx="8318500" cy="1470025"/>
          </a:xfrm>
        </p:spPr>
        <p:txBody>
          <a:bodyPr/>
          <a:lstStyle>
            <a:lvl1pPr>
              <a:lnSpc>
                <a:spcPct val="90000"/>
              </a:lnSpc>
              <a:defRPr sz="4800"/>
            </a:lvl1pPr>
          </a:lstStyle>
          <a:p>
            <a:r>
              <a:rPr lang="en-US" dirty="0" smtClean="0"/>
              <a:t>Click to add title</a:t>
            </a:r>
            <a:br>
              <a:rPr lang="en-US" dirty="0" smtClean="0"/>
            </a:br>
            <a:r>
              <a:rPr lang="en-US" dirty="0" smtClean="0"/>
              <a:t>two lines maximum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48" y="5001768"/>
            <a:ext cx="6316112" cy="406265"/>
          </a:xfrm>
        </p:spPr>
        <p:txBody>
          <a:bodyPr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add subtitle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97510" y="6175107"/>
            <a:ext cx="2069797" cy="33855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Imagination at work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96875" y="5415285"/>
            <a:ext cx="6303963" cy="307777"/>
          </a:xfrm>
        </p:spPr>
        <p:txBody>
          <a:bodyPr>
            <a:spAutoFit/>
          </a:bodyPr>
          <a:lstStyle>
            <a:lvl1pPr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27124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9144001" cy="24282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5760" y="3482975"/>
            <a:ext cx="8318500" cy="1470025"/>
          </a:xfrm>
        </p:spPr>
        <p:txBody>
          <a:bodyPr/>
          <a:lstStyle>
            <a:lvl1pPr>
              <a:lnSpc>
                <a:spcPct val="90000"/>
              </a:lnSpc>
              <a:defRPr sz="4800"/>
            </a:lvl1pPr>
          </a:lstStyle>
          <a:p>
            <a:r>
              <a:rPr lang="en-US" dirty="0" smtClean="0"/>
              <a:t>Click to add title</a:t>
            </a:r>
            <a:br>
              <a:rPr lang="en-US" dirty="0" smtClean="0"/>
            </a:br>
            <a:r>
              <a:rPr lang="en-US" dirty="0" smtClean="0"/>
              <a:t>two lines maximum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48" y="5001768"/>
            <a:ext cx="6316112" cy="406265"/>
          </a:xfrm>
        </p:spPr>
        <p:txBody>
          <a:bodyPr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add subtitle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97510" y="6175107"/>
            <a:ext cx="2069797" cy="33855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Imagination at work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96875" y="5415285"/>
            <a:ext cx="6303963" cy="307777"/>
          </a:xfrm>
        </p:spPr>
        <p:txBody>
          <a:bodyPr>
            <a:spAutoFit/>
          </a:bodyPr>
          <a:lstStyle>
            <a:lvl1pPr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58168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77352" y="0"/>
            <a:ext cx="3770721" cy="42579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5760" y="3482975"/>
            <a:ext cx="5811520" cy="1470025"/>
          </a:xfrm>
        </p:spPr>
        <p:txBody>
          <a:bodyPr/>
          <a:lstStyle>
            <a:lvl1pPr>
              <a:lnSpc>
                <a:spcPct val="90000"/>
              </a:lnSpc>
              <a:defRPr sz="4800"/>
            </a:lvl1pPr>
          </a:lstStyle>
          <a:p>
            <a:r>
              <a:rPr lang="en-US" dirty="0" smtClean="0"/>
              <a:t>Click to add title</a:t>
            </a:r>
            <a:br>
              <a:rPr lang="en-US" dirty="0" smtClean="0"/>
            </a:br>
            <a:r>
              <a:rPr lang="en-US" dirty="0" smtClean="0"/>
              <a:t>two lines maximum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48" y="5001768"/>
            <a:ext cx="6316112" cy="406265"/>
          </a:xfrm>
        </p:spPr>
        <p:txBody>
          <a:bodyPr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add subtitle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97510" y="6175107"/>
            <a:ext cx="2069797" cy="338554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r>
              <a:rPr lang="en-US" sz="1600" b="1" dirty="0" smtClean="0">
                <a:solidFill>
                  <a:schemeClr val="tx2"/>
                </a:solidFill>
              </a:rPr>
              <a:t>Imagination at work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96875" y="5415285"/>
            <a:ext cx="6303963" cy="307777"/>
          </a:xfrm>
        </p:spPr>
        <p:txBody>
          <a:bodyPr>
            <a:spAutoFit/>
          </a:bodyPr>
          <a:lstStyle>
            <a:lvl1pPr>
              <a:defRPr sz="2000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44276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" y="1627632"/>
            <a:ext cx="8347202" cy="434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 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0" y="5129213"/>
            <a:ext cx="9144000" cy="492443"/>
          </a:xfrm>
          <a:solidFill>
            <a:schemeClr val="tx2"/>
          </a:solidFill>
        </p:spPr>
        <p:txBody>
          <a:bodyPr wrap="square" lIns="91440" tIns="91440" rIns="91440" bIns="91440" rtlCol="0">
            <a:spAutoFit/>
          </a:bodyPr>
          <a:lstStyle>
            <a:lvl1pPr algn="ctr">
              <a:defRPr lang="en-US" sz="2000" dirty="0" smtClean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" y="1627633"/>
            <a:ext cx="8347202" cy="34015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1715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orytelling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094" y="551747"/>
            <a:ext cx="8352156" cy="10210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094" y="2395728"/>
            <a:ext cx="8347202" cy="3654997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  <a:lvl2pPr marL="284163" indent="-263525">
              <a:defRPr sz="2800"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3016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" y="1627632"/>
            <a:ext cx="8347202" cy="43468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970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g 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8614" y="534983"/>
            <a:ext cx="8312573" cy="1582488"/>
          </a:xfrm>
        </p:spPr>
        <p:txBody>
          <a:bodyPr/>
          <a:lstStyle>
            <a:lvl1pPr>
              <a:lnSpc>
                <a:spcPct val="85000"/>
              </a:lnSpc>
              <a:defRPr sz="6000"/>
            </a:lvl1pPr>
          </a:lstStyle>
          <a:p>
            <a:r>
              <a:rPr lang="en-US" dirty="0" err="1" smtClean="0"/>
              <a:t>PClick</a:t>
            </a:r>
            <a:r>
              <a:rPr lang="en-US" dirty="0" smtClean="0"/>
              <a:t>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" y="2438400"/>
            <a:ext cx="8347202" cy="358749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4pPr>
              <a:defRPr sz="16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604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Text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668" y="1657668"/>
            <a:ext cx="8347202" cy="4324350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en-US" sz="2000" dirty="0" smtClean="0"/>
            </a:lvl1pPr>
            <a:lvl2pPr marL="193675" indent="-182563">
              <a:defRPr lang="en-US" dirty="0" smtClean="0"/>
            </a:lvl2pPr>
            <a:lvl3pPr marL="400050" indent="-195263">
              <a:defRPr lang="en-US" sz="1800" dirty="0" smtClean="0"/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3333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Text Heavy 1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094" y="552450"/>
            <a:ext cx="8352156" cy="52775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668" y="1080008"/>
            <a:ext cx="8347202" cy="458514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en-US" sz="2000" dirty="0" smtClean="0"/>
            </a:lvl1pPr>
            <a:lvl2pPr marL="193675" indent="-182563">
              <a:defRPr lang="en-US" dirty="0" smtClean="0"/>
            </a:lvl2pPr>
            <a:lvl3pPr marL="400050" indent="-195263">
              <a:defRPr lang="en-US" sz="1800" dirty="0" smtClean="0"/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9548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1795" y="1656685"/>
            <a:ext cx="3896043" cy="4396453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000"/>
              </a:spcBef>
              <a:defRPr lang="en-US" sz="2000" dirty="0" smtClean="0"/>
            </a:lvl1pPr>
            <a:lvl2pPr>
              <a:spcBef>
                <a:spcPts val="800"/>
              </a:spcBef>
              <a:defRPr lang="en-US" sz="1800" dirty="0" smtClean="0"/>
            </a:lvl2pPr>
            <a:lvl3pPr>
              <a:spcBef>
                <a:spcPts val="600"/>
              </a:spcBef>
              <a:defRPr lang="en-US" sz="1600" dirty="0" smtClean="0"/>
            </a:lvl3pPr>
            <a:lvl4pPr>
              <a:spcBef>
                <a:spcPts val="400"/>
              </a:spcBef>
              <a:defRPr lang="en-US" sz="1400" dirty="0" smtClean="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1080" y="1656685"/>
            <a:ext cx="3900170" cy="4396453"/>
          </a:xfrm>
        </p:spPr>
        <p:txBody>
          <a:bodyPr vert="horz" lIns="0" tIns="0" rIns="0" bIns="0" rtlCol="0">
            <a:noAutofit/>
          </a:bodyPr>
          <a:lstStyle>
            <a:lvl1pPr>
              <a:defRPr lang="en-US" sz="2000" dirty="0" smtClean="0"/>
            </a:lvl1pPr>
            <a:lvl2pPr>
              <a:defRPr lang="en-US" sz="1800" dirty="0" smtClean="0"/>
            </a:lvl2pPr>
            <a:lvl3pPr>
              <a:defRPr lang="en-US" sz="1600" dirty="0" smtClean="0"/>
            </a:lvl3pPr>
            <a:lvl4pPr>
              <a:defRPr lang="en-US" sz="1400" dirty="0" smtClean="0"/>
            </a:lvl4pPr>
          </a:lstStyle>
          <a:p>
            <a:pPr lvl="0">
              <a:spcBef>
                <a:spcPts val="1000"/>
              </a:spcBef>
            </a:pPr>
            <a:r>
              <a:rPr lang="en-US" smtClean="0"/>
              <a:t>Click to edit Master text styles</a:t>
            </a:r>
          </a:p>
          <a:p>
            <a:pPr lvl="1">
              <a:spcBef>
                <a:spcPts val="1000"/>
              </a:spcBef>
            </a:pPr>
            <a:r>
              <a:rPr lang="en-US" smtClean="0"/>
              <a:t>Second level</a:t>
            </a:r>
          </a:p>
          <a:p>
            <a:pPr lvl="2">
              <a:spcBef>
                <a:spcPts val="1000"/>
              </a:spcBef>
            </a:pPr>
            <a:r>
              <a:rPr lang="en-US" smtClean="0"/>
              <a:t>Third level</a:t>
            </a:r>
          </a:p>
          <a:p>
            <a:pPr lvl="3">
              <a:spcBef>
                <a:spcPts val="1000"/>
              </a:spcBef>
            </a:pPr>
            <a:r>
              <a:rPr lang="en-US" smtClean="0"/>
              <a:t>Fourth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1795" y="1634490"/>
            <a:ext cx="3904488" cy="373062"/>
          </a:xfrm>
        </p:spPr>
        <p:txBody>
          <a:bodyPr rIns="182880"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 smtClean="0"/>
              <a:t>PClick</a:t>
            </a:r>
            <a:r>
              <a:rPr lang="en-US" dirty="0" smtClean="0"/>
              <a:t> to edit Master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1795" y="2071639"/>
            <a:ext cx="3904488" cy="3811319"/>
          </a:xfrm>
        </p:spPr>
        <p:txBody>
          <a:bodyPr vert="horz" lIns="0" tIns="0" rIns="0" bIns="0" rtlCol="0">
            <a:noAutofit/>
          </a:bodyPr>
          <a:lstStyle>
            <a:lvl1pPr>
              <a:defRPr lang="en-US" sz="2000" dirty="0" smtClean="0"/>
            </a:lvl1pPr>
            <a:lvl2pPr>
              <a:defRPr lang="en-US" sz="1800" dirty="0" smtClean="0"/>
            </a:lvl2pPr>
            <a:lvl3pPr>
              <a:defRPr lang="en-US" sz="1600" dirty="0" smtClean="0"/>
            </a:lvl3pPr>
            <a:lvl4pPr>
              <a:defRPr lang="en-US" sz="1400" dirty="0" smtClean="0"/>
            </a:lvl4pPr>
          </a:lstStyle>
          <a:p>
            <a:pPr lvl="0">
              <a:spcBef>
                <a:spcPts val="1000"/>
              </a:spcBef>
            </a:pPr>
            <a:r>
              <a:rPr lang="en-US" smtClean="0"/>
              <a:t>Click to edit Master text styles</a:t>
            </a:r>
          </a:p>
          <a:p>
            <a:pPr lvl="1">
              <a:spcBef>
                <a:spcPts val="1000"/>
              </a:spcBef>
            </a:pPr>
            <a:r>
              <a:rPr lang="en-US" smtClean="0"/>
              <a:t>Second level</a:t>
            </a:r>
          </a:p>
          <a:p>
            <a:pPr lvl="2">
              <a:spcBef>
                <a:spcPts val="1000"/>
              </a:spcBef>
            </a:pPr>
            <a:r>
              <a:rPr lang="en-US" smtClean="0"/>
              <a:t>Third level</a:t>
            </a:r>
          </a:p>
          <a:p>
            <a:pPr lvl="3">
              <a:spcBef>
                <a:spcPts val="1000"/>
              </a:spcBef>
            </a:pPr>
            <a:r>
              <a:rPr lang="en-US" smtClean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31080" y="1634490"/>
            <a:ext cx="3900170" cy="373062"/>
          </a:xfrm>
        </p:spPr>
        <p:txBody>
          <a:bodyPr rIns="182880"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31080" y="2071639"/>
            <a:ext cx="3900170" cy="3811319"/>
          </a:xfrm>
        </p:spPr>
        <p:txBody>
          <a:bodyPr vert="horz" lIns="0" tIns="0" rIns="0" bIns="0" rtlCol="0">
            <a:noAutofit/>
          </a:bodyPr>
          <a:lstStyle>
            <a:lvl1pPr>
              <a:defRPr lang="en-US" sz="2000" dirty="0" smtClean="0"/>
            </a:lvl1pPr>
            <a:lvl2pPr>
              <a:defRPr lang="en-US" sz="1800" dirty="0" smtClean="0"/>
            </a:lvl2pPr>
            <a:lvl3pPr>
              <a:defRPr lang="en-US" sz="1600" dirty="0" smtClean="0"/>
            </a:lvl3pPr>
            <a:lvl4pPr>
              <a:defRPr lang="en-US" sz="1400" dirty="0" smtClean="0"/>
            </a:lvl4pPr>
          </a:lstStyle>
          <a:p>
            <a:pPr lvl="0">
              <a:spcBef>
                <a:spcPts val="1000"/>
              </a:spcBef>
            </a:pPr>
            <a:r>
              <a:rPr lang="en-US" smtClean="0"/>
              <a:t>Click to edit Master text styles</a:t>
            </a:r>
          </a:p>
          <a:p>
            <a:pPr lvl="1">
              <a:spcBef>
                <a:spcPts val="1000"/>
              </a:spcBef>
            </a:pPr>
            <a:r>
              <a:rPr lang="en-US" smtClean="0"/>
              <a:t>Second level</a:t>
            </a:r>
          </a:p>
          <a:p>
            <a:pPr lvl="2">
              <a:spcBef>
                <a:spcPts val="1000"/>
              </a:spcBef>
            </a:pPr>
            <a:r>
              <a:rPr lang="en-US" smtClean="0"/>
              <a:t>Third level</a:t>
            </a:r>
          </a:p>
          <a:p>
            <a:pPr lvl="3">
              <a:spcBef>
                <a:spcPts val="1000"/>
              </a:spcBef>
            </a:pPr>
            <a:r>
              <a:rPr lang="en-US" smtClean="0"/>
              <a:t>Fourth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728788"/>
            <a:ext cx="4495800" cy="2084832"/>
          </a:xfrm>
          <a:solidFill>
            <a:schemeClr val="tx2"/>
          </a:solidFill>
        </p:spPr>
        <p:txBody>
          <a:bodyPr lIns="182880" tIns="118872" rIns="182880"/>
          <a:lstStyle>
            <a:lvl1pPr marL="212725" indent="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defRPr lang="en-US" sz="2000" dirty="0" smtClean="0">
                <a:solidFill>
                  <a:schemeClr val="bg1"/>
                </a:solidFill>
              </a:defRPr>
            </a:lvl1pPr>
            <a:lvl2pPr marL="381000" indent="-158750">
              <a:lnSpc>
                <a:spcPct val="100000"/>
              </a:lnSpc>
              <a:spcBef>
                <a:spcPts val="1000"/>
              </a:spcBef>
              <a:defRPr lang="en-US" sz="1800" dirty="0" smtClean="0">
                <a:solidFill>
                  <a:schemeClr val="bg1"/>
                </a:solidFill>
              </a:defRPr>
            </a:lvl2pPr>
            <a:lvl3pPr marL="165100" indent="-165100">
              <a:defRPr lang="en-US" sz="1400" dirty="0" smtClean="0"/>
            </a:lvl3pPr>
            <a:lvl4pPr marL="311150" indent="-130175">
              <a:defRPr lang="en-US" sz="1400" dirty="0" smtClean="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3"/>
          </p:nvPr>
        </p:nvSpPr>
        <p:spPr>
          <a:xfrm>
            <a:off x="4644390" y="1728788"/>
            <a:ext cx="4498848" cy="2084832"/>
          </a:xfrm>
          <a:solidFill>
            <a:schemeClr val="tx2"/>
          </a:solidFill>
        </p:spPr>
        <p:txBody>
          <a:bodyPr lIns="182880" tIns="118872" rIns="182880"/>
          <a:lstStyle>
            <a:lvl1pPr marL="212725" indent="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defRPr lang="en-US" sz="2000" dirty="0" smtClean="0">
                <a:solidFill>
                  <a:schemeClr val="bg1"/>
                </a:solidFill>
              </a:defRPr>
            </a:lvl1pPr>
            <a:lvl2pPr marL="381000" indent="-158750">
              <a:lnSpc>
                <a:spcPct val="100000"/>
              </a:lnSpc>
              <a:spcBef>
                <a:spcPts val="1000"/>
              </a:spcBef>
              <a:defRPr lang="en-US" sz="1800" dirty="0" smtClean="0">
                <a:solidFill>
                  <a:schemeClr val="bg1"/>
                </a:solidFill>
              </a:defRPr>
            </a:lvl2pPr>
            <a:lvl3pPr marL="165100" indent="-165100">
              <a:defRPr lang="en-US" sz="1400" dirty="0" smtClean="0"/>
            </a:lvl3pPr>
            <a:lvl4pPr marL="311150" indent="-130175">
              <a:defRPr lang="en-US" sz="1400" dirty="0" smtClean="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0" y="3962196"/>
            <a:ext cx="4495800" cy="2084832"/>
          </a:xfrm>
          <a:solidFill>
            <a:schemeClr val="tx2"/>
          </a:solidFill>
        </p:spPr>
        <p:txBody>
          <a:bodyPr lIns="182880" tIns="118872" rIns="182880"/>
          <a:lstStyle>
            <a:lvl1pPr marL="212725" indent="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defRPr lang="en-US" sz="2000" dirty="0" smtClean="0">
                <a:solidFill>
                  <a:schemeClr val="bg1"/>
                </a:solidFill>
              </a:defRPr>
            </a:lvl1pPr>
            <a:lvl2pPr marL="381000" indent="-158750">
              <a:lnSpc>
                <a:spcPct val="100000"/>
              </a:lnSpc>
              <a:spcBef>
                <a:spcPts val="1000"/>
              </a:spcBef>
              <a:defRPr lang="en-US" sz="1800" dirty="0" smtClean="0">
                <a:solidFill>
                  <a:schemeClr val="bg1"/>
                </a:solidFill>
              </a:defRPr>
            </a:lvl2pPr>
            <a:lvl3pPr marL="165100" indent="-165100">
              <a:defRPr lang="en-US" sz="1400" dirty="0" smtClean="0"/>
            </a:lvl3pPr>
            <a:lvl4pPr marL="311150" indent="-130175">
              <a:defRPr lang="en-US" sz="1400" dirty="0" smtClean="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5"/>
          </p:nvPr>
        </p:nvSpPr>
        <p:spPr>
          <a:xfrm>
            <a:off x="4644390" y="3962196"/>
            <a:ext cx="4498848" cy="2084832"/>
          </a:xfrm>
          <a:solidFill>
            <a:schemeClr val="tx2"/>
          </a:solidFill>
        </p:spPr>
        <p:txBody>
          <a:bodyPr lIns="182880" tIns="118872" rIns="182880"/>
          <a:lstStyle>
            <a:lvl1pPr marL="212725" indent="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defRPr lang="en-US" sz="2000" dirty="0" smtClean="0">
                <a:solidFill>
                  <a:schemeClr val="bg1"/>
                </a:solidFill>
              </a:defRPr>
            </a:lvl1pPr>
            <a:lvl2pPr marL="381000" indent="-158750">
              <a:lnSpc>
                <a:spcPct val="100000"/>
              </a:lnSpc>
              <a:spcBef>
                <a:spcPts val="1000"/>
              </a:spcBef>
              <a:defRPr lang="en-US" sz="1800" dirty="0" smtClean="0">
                <a:solidFill>
                  <a:schemeClr val="bg1"/>
                </a:solidFill>
              </a:defRPr>
            </a:lvl2pPr>
            <a:lvl3pPr marL="165100" indent="-165100">
              <a:defRPr lang="en-US" sz="1400" dirty="0" smtClean="0"/>
            </a:lvl3pPr>
            <a:lvl4pPr marL="311150" indent="-130175">
              <a:defRPr lang="en-US" sz="1400" dirty="0" smtClean="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66657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2751" y="1728788"/>
            <a:ext cx="1965960" cy="4324350"/>
          </a:xfrm>
          <a:solidFill>
            <a:schemeClr val="tx2"/>
          </a:solidFill>
        </p:spPr>
        <p:txBody>
          <a:bodyPr lIns="182880" tIns="137160" rIns="182880"/>
          <a:lstStyle>
            <a:lvl1pPr marL="1588" indent="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defRPr lang="en-US" sz="2000" dirty="0" smtClean="0">
                <a:solidFill>
                  <a:schemeClr val="bg1"/>
                </a:solidFill>
              </a:defRPr>
            </a:lvl1pPr>
            <a:lvl2pPr marL="1588" indent="0">
              <a:lnSpc>
                <a:spcPct val="100000"/>
              </a:lnSpc>
              <a:spcBef>
                <a:spcPts val="1000"/>
              </a:spcBef>
              <a:buNone/>
              <a:defRPr lang="en-US" sz="1600" dirty="0" smtClean="0">
                <a:solidFill>
                  <a:schemeClr val="bg1"/>
                </a:solidFill>
              </a:defRPr>
            </a:lvl2pPr>
            <a:lvl3pPr marL="165100" indent="-165100">
              <a:defRPr lang="en-US" sz="1400" dirty="0" smtClean="0"/>
            </a:lvl3pPr>
            <a:lvl4pPr marL="311150" indent="-130175">
              <a:defRPr lang="en-US" sz="1400" dirty="0" smtClean="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3"/>
          </p:nvPr>
        </p:nvSpPr>
        <p:spPr>
          <a:xfrm>
            <a:off x="2529840" y="1728788"/>
            <a:ext cx="1965960" cy="4324350"/>
          </a:xfrm>
          <a:solidFill>
            <a:schemeClr val="tx2"/>
          </a:solidFill>
        </p:spPr>
        <p:txBody>
          <a:bodyPr lIns="182880" tIns="137160" rIns="182880"/>
          <a:lstStyle>
            <a:lvl1pPr marL="1588" indent="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defRPr lang="en-US" sz="2000" dirty="0" smtClean="0">
                <a:solidFill>
                  <a:schemeClr val="bg1"/>
                </a:solidFill>
              </a:defRPr>
            </a:lvl1pPr>
            <a:lvl2pPr marL="1588" indent="0">
              <a:lnSpc>
                <a:spcPct val="100000"/>
              </a:lnSpc>
              <a:spcBef>
                <a:spcPts val="1000"/>
              </a:spcBef>
              <a:buNone/>
              <a:defRPr lang="en-US" sz="1600" dirty="0" smtClean="0">
                <a:solidFill>
                  <a:schemeClr val="bg1"/>
                </a:solidFill>
              </a:defRPr>
            </a:lvl2pPr>
            <a:lvl3pPr marL="165100" indent="-165100">
              <a:defRPr lang="en-US" sz="1400" dirty="0" smtClean="0"/>
            </a:lvl3pPr>
            <a:lvl4pPr marL="311150" indent="-130175">
              <a:defRPr lang="en-US" sz="1400" dirty="0" smtClean="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>
          <a:xfrm>
            <a:off x="4644390" y="1728788"/>
            <a:ext cx="1965960" cy="4324350"/>
          </a:xfrm>
          <a:solidFill>
            <a:schemeClr val="tx2"/>
          </a:solidFill>
        </p:spPr>
        <p:txBody>
          <a:bodyPr lIns="182880" tIns="137160" rIns="182880"/>
          <a:lstStyle>
            <a:lvl1pPr marL="1588" indent="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defRPr lang="en-US" sz="2000" dirty="0" smtClean="0">
                <a:solidFill>
                  <a:schemeClr val="bg1"/>
                </a:solidFill>
              </a:defRPr>
            </a:lvl1pPr>
            <a:lvl2pPr marL="1588" indent="0">
              <a:lnSpc>
                <a:spcPct val="100000"/>
              </a:lnSpc>
              <a:spcBef>
                <a:spcPts val="1000"/>
              </a:spcBef>
              <a:buNone/>
              <a:defRPr lang="en-US" sz="1600" dirty="0" smtClean="0">
                <a:solidFill>
                  <a:schemeClr val="bg1"/>
                </a:solidFill>
              </a:defRPr>
            </a:lvl2pPr>
            <a:lvl3pPr marL="165100" indent="-165100">
              <a:defRPr lang="en-US" sz="1400" dirty="0" smtClean="0"/>
            </a:lvl3pPr>
            <a:lvl4pPr marL="311150" indent="-130175">
              <a:defRPr lang="en-US" sz="1400" dirty="0" smtClean="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5"/>
          </p:nvPr>
        </p:nvSpPr>
        <p:spPr>
          <a:xfrm>
            <a:off x="6758940" y="1728788"/>
            <a:ext cx="1965960" cy="4324350"/>
          </a:xfrm>
          <a:solidFill>
            <a:schemeClr val="tx2"/>
          </a:solidFill>
        </p:spPr>
        <p:txBody>
          <a:bodyPr lIns="182880" tIns="137160" rIns="182880"/>
          <a:lstStyle>
            <a:lvl1pPr marL="1588" indent="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defRPr lang="en-US" sz="2000" dirty="0" smtClean="0">
                <a:solidFill>
                  <a:schemeClr val="bg1"/>
                </a:solidFill>
              </a:defRPr>
            </a:lvl1pPr>
            <a:lvl2pPr marL="1588" indent="0">
              <a:lnSpc>
                <a:spcPct val="100000"/>
              </a:lnSpc>
              <a:spcBef>
                <a:spcPts val="1000"/>
              </a:spcBef>
              <a:buNone/>
              <a:defRPr lang="en-US" sz="1600" dirty="0" smtClean="0">
                <a:solidFill>
                  <a:schemeClr val="bg1"/>
                </a:solidFill>
              </a:defRPr>
            </a:lvl2pPr>
            <a:lvl3pPr marL="165100" indent="-165100">
              <a:defRPr lang="en-US" sz="1400" dirty="0" smtClean="0"/>
            </a:lvl3pPr>
            <a:lvl4pPr marL="311150" indent="-130175">
              <a:defRPr lang="en-US" sz="1400" dirty="0" smtClean="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21854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727805"/>
            <a:ext cx="4498848" cy="411480"/>
          </a:xfrm>
          <a:solidFill>
            <a:schemeClr val="bg2"/>
          </a:solidFill>
        </p:spPr>
        <p:txBody>
          <a:bodyPr rIns="182880" bIns="27432" anchor="ctr"/>
          <a:lstStyle>
            <a:lvl1pPr marL="398463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510" y="2263518"/>
            <a:ext cx="3890328" cy="1525992"/>
          </a:xfrm>
        </p:spPr>
        <p:txBody>
          <a:bodyPr vert="horz" lIns="0" tIns="0" rIns="182880" bIns="0" rtlCol="0">
            <a:noAutofit/>
          </a:bodyPr>
          <a:lstStyle>
            <a:lvl1pPr>
              <a:lnSpc>
                <a:spcPct val="110000"/>
              </a:lnSpc>
              <a:spcBef>
                <a:spcPts val="400"/>
              </a:spcBef>
              <a:defRPr lang="en-US" sz="1800" dirty="0" smtClean="0"/>
            </a:lvl1pPr>
            <a:lvl2pPr>
              <a:defRPr lang="en-US" sz="215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4390" y="1727805"/>
            <a:ext cx="4498848" cy="411480"/>
          </a:xfrm>
          <a:solidFill>
            <a:schemeClr val="bg2"/>
          </a:solidFill>
        </p:spPr>
        <p:txBody>
          <a:bodyPr rIns="182880" bIns="27432" anchor="ctr"/>
          <a:lstStyle>
            <a:lvl1pPr marL="182563" indent="0">
              <a:spcBef>
                <a:spcPts val="0"/>
              </a:spcBef>
              <a:buNone/>
              <a:tabLst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6538" y="2263518"/>
            <a:ext cx="3895344" cy="1525992"/>
          </a:xfrm>
        </p:spPr>
        <p:txBody>
          <a:bodyPr vert="horz" lIns="0" tIns="0" rIns="182880" bIns="0" rtlCol="0">
            <a:noAutofit/>
          </a:bodyPr>
          <a:lstStyle>
            <a:lvl1pPr marL="0" indent="0">
              <a:lnSpc>
                <a:spcPct val="110000"/>
              </a:lnSpc>
              <a:spcBef>
                <a:spcPts val="400"/>
              </a:spcBef>
              <a:defRPr lang="en-US" sz="1800" dirty="0" smtClean="0"/>
            </a:lvl1pPr>
            <a:lvl2pPr>
              <a:defRPr lang="en-US" sz="215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0" y="3991433"/>
            <a:ext cx="4498848" cy="411480"/>
          </a:xfrm>
          <a:solidFill>
            <a:schemeClr val="bg2"/>
          </a:solidFill>
        </p:spPr>
        <p:txBody>
          <a:bodyPr rIns="182880" bIns="27432" anchor="ctr"/>
          <a:lstStyle>
            <a:lvl1pPr marL="400050" indent="0">
              <a:spcBef>
                <a:spcPts val="0"/>
              </a:spcBef>
              <a:buNone/>
              <a:tabLst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15"/>
          </p:nvPr>
        </p:nvSpPr>
        <p:spPr>
          <a:xfrm>
            <a:off x="397511" y="4527146"/>
            <a:ext cx="3890328" cy="1525992"/>
          </a:xfrm>
        </p:spPr>
        <p:txBody>
          <a:bodyPr vert="horz" lIns="0" tIns="0" rIns="182880" bIns="0" rtlCol="0">
            <a:noAutofit/>
          </a:bodyPr>
          <a:lstStyle>
            <a:lvl1pPr marL="0" indent="0">
              <a:lnSpc>
                <a:spcPct val="110000"/>
              </a:lnSpc>
              <a:spcBef>
                <a:spcPts val="400"/>
              </a:spcBef>
              <a:defRPr lang="en-US" sz="1800" dirty="0" smtClean="0"/>
            </a:lvl1pPr>
            <a:lvl2pPr>
              <a:defRPr lang="en-US" sz="215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4644390" y="3991433"/>
            <a:ext cx="4498848" cy="411480"/>
          </a:xfrm>
          <a:solidFill>
            <a:schemeClr val="bg2"/>
          </a:solidFill>
        </p:spPr>
        <p:txBody>
          <a:bodyPr rIns="182880" bIns="27432" anchor="ctr"/>
          <a:lstStyle>
            <a:lvl1pPr marL="180975" indent="0">
              <a:spcBef>
                <a:spcPts val="0"/>
              </a:spcBef>
              <a:buNone/>
              <a:tabLst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7" name="Content Placeholder 5"/>
          <p:cNvSpPr>
            <a:spLocks noGrp="1"/>
          </p:cNvSpPr>
          <p:nvPr>
            <p:ph sz="quarter" idx="17"/>
          </p:nvPr>
        </p:nvSpPr>
        <p:spPr>
          <a:xfrm>
            <a:off x="4826538" y="4527146"/>
            <a:ext cx="3895344" cy="1525992"/>
          </a:xfrm>
        </p:spPr>
        <p:txBody>
          <a:bodyPr vert="horz" lIns="0" tIns="0" rIns="182880" bIns="0" rtlCol="0">
            <a:noAutofit/>
          </a:bodyPr>
          <a:lstStyle>
            <a:lvl1pPr marL="0" indent="0">
              <a:lnSpc>
                <a:spcPct val="110000"/>
              </a:lnSpc>
              <a:spcBef>
                <a:spcPts val="400"/>
              </a:spcBef>
              <a:defRPr lang="en-US" sz="1800" dirty="0" smtClean="0"/>
            </a:lvl1pPr>
            <a:lvl2pPr>
              <a:defRPr lang="en-US" sz="215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88433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13"/>
          </p:nvPr>
        </p:nvSpPr>
        <p:spPr>
          <a:xfrm>
            <a:off x="412750" y="1911350"/>
            <a:ext cx="8318500" cy="38036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smtClean="0"/>
              <a:t>Click icon to add chart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372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412750" y="1728788"/>
            <a:ext cx="8318500" cy="43243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smtClean="0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3587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Text -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1900" y="1655444"/>
            <a:ext cx="3689350" cy="4397693"/>
          </a:xfrm>
        </p:spPr>
        <p:txBody>
          <a:bodyPr vert="horz" lIns="0" tIns="0" rIns="0" bIns="0" rtlCol="0">
            <a:noAutofit/>
          </a:bodyPr>
          <a:lstStyle>
            <a:lvl1pPr>
              <a:defRPr lang="en-US" sz="2000" dirty="0" smtClean="0"/>
            </a:lvl1pPr>
            <a:lvl2pPr>
              <a:defRPr lang="en-US" sz="1800" dirty="0" smtClean="0"/>
            </a:lvl2pPr>
            <a:lvl3pPr>
              <a:defRPr lang="en-US" sz="1600" dirty="0" smtClean="0"/>
            </a:lvl3pPr>
            <a:lvl4pPr>
              <a:defRPr lang="en-US" sz="1400" dirty="0" smtClean="0"/>
            </a:lvl4pPr>
          </a:lstStyle>
          <a:p>
            <a:pPr lvl="0">
              <a:spcBef>
                <a:spcPts val="1000"/>
              </a:spcBef>
            </a:pPr>
            <a:r>
              <a:rPr lang="en-US" smtClean="0"/>
              <a:t>Click to edit Master text styles</a:t>
            </a:r>
          </a:p>
          <a:p>
            <a:pPr lvl="1">
              <a:spcBef>
                <a:spcPts val="1000"/>
              </a:spcBef>
            </a:pPr>
            <a:r>
              <a:rPr lang="en-US" smtClean="0"/>
              <a:t>Second level</a:t>
            </a:r>
          </a:p>
          <a:p>
            <a:pPr lvl="2">
              <a:spcBef>
                <a:spcPts val="1000"/>
              </a:spcBef>
            </a:pPr>
            <a:r>
              <a:rPr lang="en-US" smtClean="0"/>
              <a:t>Third level</a:t>
            </a:r>
          </a:p>
          <a:p>
            <a:pPr lvl="3">
              <a:spcBef>
                <a:spcPts val="1000"/>
              </a:spcBef>
            </a:pPr>
            <a:r>
              <a:rPr lang="en-US" smtClean="0"/>
              <a:t>Fourth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1" y="1728788"/>
            <a:ext cx="4514850" cy="43243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 smtClean="0"/>
              <a:t>Click to 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404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itle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728788"/>
            <a:ext cx="9144000" cy="43243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 smtClean="0"/>
              <a:t>Click to add image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094" y="552450"/>
            <a:ext cx="8352156" cy="10210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9094" y="1794739"/>
            <a:ext cx="8318500" cy="1395412"/>
          </a:xfrm>
        </p:spPr>
        <p:txBody>
          <a:bodyPr/>
          <a:lstStyle>
            <a:lvl1pPr>
              <a:defRPr sz="3200" baseline="0"/>
            </a:lvl1pPr>
          </a:lstStyle>
          <a:p>
            <a:pPr lvl="0"/>
            <a:r>
              <a:rPr lang="en-US" dirty="0" smtClean="0"/>
              <a:t>Click to add text over image. White or gray only. 32pt flexible positioning. Delete if not needed.</a:t>
            </a:r>
          </a:p>
        </p:txBody>
      </p:sp>
    </p:spTree>
    <p:extLst>
      <p:ext uri="{BB962C8B-B14F-4D97-AF65-F5344CB8AC3E}">
        <p14:creationId xmlns:p14="http://schemas.microsoft.com/office/powerpoint/2010/main" val="29727381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728788"/>
            <a:ext cx="9144000" cy="512921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 smtClean="0"/>
              <a:t>Click to add image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Title or Job Number | XX Month 201X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84048" y="1792224"/>
            <a:ext cx="8318500" cy="1395412"/>
          </a:xfrm>
        </p:spPr>
        <p:txBody>
          <a:bodyPr/>
          <a:lstStyle>
            <a:lvl1pPr>
              <a:defRPr sz="3200" baseline="0"/>
            </a:lvl1pPr>
          </a:lstStyle>
          <a:p>
            <a:pPr lvl="0"/>
            <a:r>
              <a:rPr lang="en-US" dirty="0" smtClean="0"/>
              <a:t>Click to add text over image. White or gray only. 32pt flexible positioning. Delete if not needed.</a:t>
            </a:r>
          </a:p>
        </p:txBody>
      </p:sp>
    </p:spTree>
    <p:extLst>
      <p:ext uri="{BB962C8B-B14F-4D97-AF65-F5344CB8AC3E}">
        <p14:creationId xmlns:p14="http://schemas.microsoft.com/office/powerpoint/2010/main" val="10996404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 smtClean="0"/>
              <a:t>Click to add image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 sz="3200" spc="0" baseline="0"/>
            </a:lvl1pPr>
          </a:lstStyle>
          <a:p>
            <a:pPr lvl="0"/>
            <a:r>
              <a:rPr lang="en-US" dirty="0" smtClean="0"/>
              <a:t>Click to add text over image. White or gray only. 32pt flexible positioning. Delete if not needed.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Title or Job Number | XX Month 201X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608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605313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 smtClean="0"/>
              <a:t>Click to add image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 sz="3200" spc="0" baseline="0"/>
            </a:lvl1pPr>
          </a:lstStyle>
          <a:p>
            <a:pPr lvl="0"/>
            <a:r>
              <a:rPr lang="en-US" dirty="0" smtClean="0"/>
              <a:t>Click to add text over image. White or gray only. 32pt flexible positioning. Delete if not needed.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364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Stat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365125" y="790743"/>
            <a:ext cx="4149725" cy="4513261"/>
          </a:xfrm>
        </p:spPr>
        <p:txBody>
          <a:bodyPr/>
          <a:lstStyle>
            <a:lvl1pPr>
              <a:lnSpc>
                <a:spcPct val="90000"/>
              </a:lnSpc>
              <a:defRPr sz="4400"/>
            </a:lvl1pPr>
          </a:lstStyle>
          <a:p>
            <a:r>
              <a:rPr lang="en-US" dirty="0" smtClean="0"/>
              <a:t>Extra emphasis headline five lines maximum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5540" y="795823"/>
            <a:ext cx="3544570" cy="4528437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 smtClean="0"/>
              <a:t>APdditional</a:t>
            </a:r>
            <a:r>
              <a:rPr lang="en-US" dirty="0" smtClean="0"/>
              <a:t> statement goes here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Title or Job Number | XX Month 201X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756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5600" y="1613535"/>
            <a:ext cx="8375650" cy="2624288"/>
          </a:xfrm>
        </p:spPr>
        <p:txBody>
          <a:bodyPr anchor="t"/>
          <a:lstStyle>
            <a:lvl1pPr algn="l">
              <a:defRPr sz="5400" b="0" cap="none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add divider title</a:t>
            </a:r>
            <a:br>
              <a:rPr lang="en-US" dirty="0" smtClean="0"/>
            </a:br>
            <a:r>
              <a:rPr lang="en-US" dirty="0" smtClean="0"/>
              <a:t>two lines maximum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1" t="3741" r="3511" b="3000"/>
          <a:stretch/>
        </p:blipFill>
        <p:spPr>
          <a:xfrm>
            <a:off x="396954" y="6206558"/>
            <a:ext cx="491013" cy="4837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6616" y="1618488"/>
            <a:ext cx="8318500" cy="2624288"/>
          </a:xfrm>
        </p:spPr>
        <p:txBody>
          <a:bodyPr anchor="t"/>
          <a:lstStyle>
            <a:lvl1pPr algn="l">
              <a:defRPr sz="5400" b="0" cap="none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add divider title</a:t>
            </a:r>
            <a:br>
              <a:rPr lang="en-US" dirty="0" smtClean="0"/>
            </a:br>
            <a:r>
              <a:rPr lang="en-US" dirty="0" smtClean="0"/>
              <a:t>two lines max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411480" y="621792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5436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Green">
    <p:bg>
      <p:bgPr>
        <a:solidFill>
          <a:srgbClr val="46A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6616" y="1618488"/>
            <a:ext cx="8318500" cy="2624288"/>
          </a:xfrm>
        </p:spPr>
        <p:txBody>
          <a:bodyPr anchor="t"/>
          <a:lstStyle>
            <a:lvl1pPr algn="l">
              <a:defRPr sz="5400" b="0" cap="none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add divider title</a:t>
            </a:r>
            <a:br>
              <a:rPr lang="en-US" dirty="0" smtClean="0"/>
            </a:br>
            <a:r>
              <a:rPr lang="en-US" dirty="0" smtClean="0"/>
              <a:t>two lines max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411480" y="621792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6479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Orange">
    <p:bg>
      <p:bgPr>
        <a:solidFill>
          <a:srgbClr val="FF9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6616" y="1618488"/>
            <a:ext cx="8318500" cy="2624288"/>
          </a:xfrm>
        </p:spPr>
        <p:txBody>
          <a:bodyPr anchor="t"/>
          <a:lstStyle>
            <a:lvl1pPr algn="l">
              <a:defRPr sz="5400" b="0" cap="none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add divider title</a:t>
            </a:r>
            <a:br>
              <a:rPr lang="en-US" dirty="0" smtClean="0"/>
            </a:br>
            <a:r>
              <a:rPr lang="en-US" dirty="0" smtClean="0"/>
              <a:t>two lines max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411480" y="621792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6566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urple">
    <p:bg>
      <p:bgPr>
        <a:solidFill>
          <a:srgbClr val="5951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6616" y="1618488"/>
            <a:ext cx="8318500" cy="2624288"/>
          </a:xfrm>
        </p:spPr>
        <p:txBody>
          <a:bodyPr anchor="t"/>
          <a:lstStyle>
            <a:lvl1pPr algn="l">
              <a:defRPr sz="5400" b="0" cap="none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add divider title</a:t>
            </a:r>
            <a:br>
              <a:rPr lang="en-US" dirty="0" smtClean="0"/>
            </a:br>
            <a:r>
              <a:rPr lang="en-US" dirty="0" smtClean="0"/>
              <a:t>two lines max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411480" y="621792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95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Re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6616" y="1618488"/>
            <a:ext cx="8318500" cy="2624288"/>
          </a:xfrm>
        </p:spPr>
        <p:txBody>
          <a:bodyPr anchor="t"/>
          <a:lstStyle>
            <a:lvl1pPr algn="l">
              <a:defRPr sz="5400" b="0" cap="none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add divider title</a:t>
            </a:r>
            <a:br>
              <a:rPr lang="en-US" dirty="0" smtClean="0"/>
            </a:br>
            <a:r>
              <a:rPr lang="en-US" dirty="0" smtClean="0"/>
              <a:t>two lines max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411480" y="621792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924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Gray">
    <p:bg>
      <p:bgPr>
        <a:solidFill>
          <a:srgbClr val="5757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6616" y="1618488"/>
            <a:ext cx="8318500" cy="2624288"/>
          </a:xfrm>
        </p:spPr>
        <p:txBody>
          <a:bodyPr anchor="t"/>
          <a:lstStyle>
            <a:lvl1pPr algn="l">
              <a:defRPr sz="5400" b="0" cap="none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add divider title</a:t>
            </a:r>
            <a:br>
              <a:rPr lang="en-US" dirty="0" smtClean="0"/>
            </a:br>
            <a:r>
              <a:rPr lang="en-US" dirty="0" smtClean="0"/>
              <a:t>two lines max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411480" y="621792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5674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" y="428"/>
            <a:ext cx="9142858" cy="68571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3890010" y="2747009"/>
            <a:ext cx="1363980" cy="136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89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9" Type="http://schemas.openxmlformats.org/officeDocument/2006/relationships/slideLayout" Target="../slideLayouts/slideLayout9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37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9094" y="551747"/>
            <a:ext cx="8352156" cy="10210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0680"/>
            <a:ext cx="8350250" cy="44376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3050" y="6352302"/>
            <a:ext cx="2971800" cy="13589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rgbClr val="898989"/>
                </a:solidFill>
                <a:latin typeface="+mn-lt"/>
              </a:defRPr>
            </a:lvl1pPr>
          </a:lstStyle>
          <a:p>
            <a:r>
              <a:rPr lang="en-US" smtClean="0"/>
              <a:t>Title or Job Number | XX Month 201X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6930" y="6343404"/>
            <a:ext cx="274320" cy="13589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rgbClr val="898989"/>
                </a:solidFill>
                <a:latin typeface="+mn-lt"/>
              </a:defRPr>
            </a:lvl1pPr>
          </a:lstStyle>
          <a:p>
            <a:fld id="{0D558541-60C9-42A2-8392-FF12533A6B7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019800" y="6211193"/>
            <a:ext cx="2133600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en-US" sz="900" dirty="0" smtClean="0">
                <a:solidFill>
                  <a:srgbClr val="898989"/>
                </a:solidFill>
              </a:rPr>
              <a:t>See tutorial regarding confidentiality disclosures. Delete if not needed.</a:t>
            </a:r>
            <a:endParaRPr lang="en-US" sz="900" dirty="0">
              <a:solidFill>
                <a:srgbClr val="898989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1" t="3741" r="3511" b="3000"/>
          <a:stretch/>
        </p:blipFill>
        <p:spPr>
          <a:xfrm>
            <a:off x="396954" y="6206558"/>
            <a:ext cx="491013" cy="4837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8" r:id="rId2"/>
    <p:sldLayoutId id="2147483660" r:id="rId3"/>
    <p:sldLayoutId id="2147483662" r:id="rId4"/>
    <p:sldLayoutId id="2147483663" r:id="rId5"/>
    <p:sldLayoutId id="2147483650" r:id="rId6"/>
    <p:sldLayoutId id="2147483691" r:id="rId7"/>
    <p:sldLayoutId id="2147483690" r:id="rId8"/>
    <p:sldLayoutId id="2147483680" r:id="rId9"/>
    <p:sldLayoutId id="2147483683" r:id="rId10"/>
    <p:sldLayoutId id="2147483684" r:id="rId11"/>
    <p:sldLayoutId id="2147483687" r:id="rId12"/>
    <p:sldLayoutId id="2147483652" r:id="rId13"/>
    <p:sldLayoutId id="2147483653" r:id="rId14"/>
    <p:sldLayoutId id="2147483677" r:id="rId15"/>
    <p:sldLayoutId id="2147483689" r:id="rId16"/>
    <p:sldLayoutId id="2147483678" r:id="rId17"/>
    <p:sldLayoutId id="2147483681" r:id="rId18"/>
    <p:sldLayoutId id="2147483682" r:id="rId19"/>
    <p:sldLayoutId id="2147483654" r:id="rId20"/>
    <p:sldLayoutId id="2147483655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9" r:id="rId27"/>
    <p:sldLayoutId id="2147483651" r:id="rId28"/>
    <p:sldLayoutId id="2147483664" r:id="rId29"/>
    <p:sldLayoutId id="2147483665" r:id="rId30"/>
    <p:sldLayoutId id="2147483666" r:id="rId31"/>
    <p:sldLayoutId id="2147483667" r:id="rId32"/>
    <p:sldLayoutId id="2147483668" r:id="rId33"/>
    <p:sldLayoutId id="2147483669" r:id="rId34"/>
    <p:sldLayoutId id="2147483671" r:id="rId35"/>
  </p:sldLayoutIdLst>
  <p:timing>
    <p:tnLst>
      <p:par>
        <p:cTn xmlns:p14="http://schemas.microsoft.com/office/powerpoint/2010/main" id="1" dur="indefinite" restart="never" nodeType="tmRoot"/>
      </p:par>
    </p:tnLst>
  </p:timing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itchFamily="34" charset="0"/>
        <a:buNone/>
        <a:defRPr sz="28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03200" indent="-182563" algn="l" defTabSz="914400" rtl="0" eaLnBrk="1" latinLnBrk="0" hangingPunct="1">
        <a:lnSpc>
          <a:spcPct val="100000"/>
        </a:lnSpc>
        <a:spcBef>
          <a:spcPts val="1000"/>
        </a:spcBef>
        <a:buFont typeface="Arial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00050" indent="-195263" algn="l" defTabSz="914400" rtl="0" eaLnBrk="1" latinLnBrk="0" hangingPunct="1">
        <a:lnSpc>
          <a:spcPct val="100000"/>
        </a:lnSpc>
        <a:spcBef>
          <a:spcPts val="800"/>
        </a:spcBef>
        <a:buFont typeface="GE Inspira Pitch" panose="020F0603030400020203" pitchFamily="34" charset="0"/>
        <a:buChar char="–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555625" indent="-166688" algn="l" defTabSz="914400" rtl="0" eaLnBrk="1" latinLnBrk="0" hangingPunct="1">
        <a:lnSpc>
          <a:spcPct val="100000"/>
        </a:lnSpc>
        <a:spcBef>
          <a:spcPts val="600"/>
        </a:spcBef>
        <a:buFont typeface="Arial" pitchFamily="34" charset="0"/>
        <a:buChar char="•"/>
        <a:defRPr sz="16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e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Corporate IT – FT 2.0</a:t>
            </a:r>
            <a:endParaRPr 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84048" y="5001768"/>
            <a:ext cx="6316112" cy="378758"/>
          </a:xfrm>
        </p:spPr>
        <p:txBody>
          <a:bodyPr/>
          <a:lstStyle/>
          <a:p>
            <a:r>
              <a:rPr lang="en-US" dirty="0" smtClean="0"/>
              <a:t>NW team  -  Mar 2016</a:t>
            </a:r>
          </a:p>
        </p:txBody>
      </p:sp>
      <p:sp>
        <p:nvSpPr>
          <p:cNvPr id="4" name="Subtitle 1"/>
          <p:cNvSpPr txBox="1">
            <a:spLocks/>
          </p:cNvSpPr>
          <p:nvPr/>
        </p:nvSpPr>
        <p:spPr>
          <a:xfrm>
            <a:off x="448056" y="4433596"/>
            <a:ext cx="8391144" cy="7406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buFont typeface="Arial"/>
              <a:buNone/>
              <a:defRPr sz="2300" kern="1200" spc="-20" baseline="0">
                <a:solidFill>
                  <a:schemeClr val="tx1"/>
                </a:solidFill>
                <a:latin typeface="GE Inspira Pitch"/>
                <a:ea typeface="+mn-ea"/>
                <a:cs typeface="GE Inspira Pitch"/>
              </a:defRPr>
            </a:lvl1pPr>
            <a:lvl2pPr marL="4572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None/>
              <a:defRPr sz="2600" kern="1200" baseline="0">
                <a:solidFill>
                  <a:schemeClr val="tx1">
                    <a:tint val="75000"/>
                  </a:schemeClr>
                </a:solidFill>
                <a:latin typeface="GE Inspira Pitch"/>
                <a:ea typeface="+mn-ea"/>
                <a:cs typeface="GE Inspira Pitch"/>
              </a:defRPr>
            </a:lvl2pPr>
            <a:lvl3pPr marL="9144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None/>
              <a:defRPr sz="2150" kern="1200">
                <a:solidFill>
                  <a:schemeClr val="tx1">
                    <a:tint val="75000"/>
                  </a:schemeClr>
                </a:solidFill>
                <a:latin typeface="GE Inspira Pitch"/>
                <a:ea typeface="+mn-ea"/>
                <a:cs typeface="GE Inspira Pitch"/>
              </a:defRPr>
            </a:lvl3pPr>
            <a:lvl4pPr marL="1371600" indent="0" algn="ctr" defTabSz="4572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None/>
              <a:defRPr sz="2150" kern="1200">
                <a:solidFill>
                  <a:schemeClr val="tx1">
                    <a:tint val="75000"/>
                  </a:schemeClr>
                </a:solidFill>
                <a:latin typeface="GE Inspira Pitch"/>
                <a:ea typeface="+mn-ea"/>
                <a:cs typeface="GE Inspira Pitch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000" kern="1200">
                <a:solidFill>
                  <a:schemeClr val="tx1">
                    <a:tint val="75000"/>
                  </a:schemeClr>
                </a:solidFill>
                <a:latin typeface="GE Inspira Pitch"/>
                <a:ea typeface="+mn-ea"/>
                <a:cs typeface="GE Inspira Pitch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rgbClr val="0745AB">
                    <a:lumMod val="60000"/>
                    <a:lumOff val="40000"/>
                  </a:srgbClr>
                </a:solidFill>
              </a:rPr>
              <a:t>Interconnect Remote - Billing 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5250404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0" y="5129213"/>
            <a:ext cx="9144000" cy="800219"/>
          </a:xfrm>
        </p:spPr>
        <p:txBody>
          <a:bodyPr/>
          <a:lstStyle/>
          <a:p>
            <a:r>
              <a:rPr lang="en-US" dirty="0" smtClean="0"/>
              <a:t>Cross </a:t>
            </a:r>
            <a:r>
              <a:rPr lang="en-US" dirty="0"/>
              <a:t>functional </a:t>
            </a:r>
            <a:r>
              <a:rPr lang="en-US" dirty="0" smtClean="0"/>
              <a:t>weekly meeting … </a:t>
            </a:r>
            <a:r>
              <a:rPr lang="en-US" dirty="0" err="1" smtClean="0"/>
              <a:t>iTEMS</a:t>
            </a:r>
            <a:r>
              <a:rPr lang="en-US" dirty="0" smtClean="0"/>
              <a:t>, Finance, Product, Sourcing … program representation needed ?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management rhythm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 flipH="1">
            <a:off x="379094" y="1331913"/>
            <a:ext cx="5629398" cy="2985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400"/>
              </a:spcBef>
              <a:spcAft>
                <a:spcPts val="2400"/>
              </a:spcAft>
              <a:tabLst>
                <a:tab pos="457200" algn="l"/>
              </a:tabLst>
            </a:pPr>
            <a:r>
              <a:rPr lang="en-US" sz="2000" dirty="0" smtClean="0">
                <a:sym typeface="Wingdings"/>
              </a:rPr>
              <a:t>	Summary Update</a:t>
            </a:r>
            <a:br>
              <a:rPr lang="en-US" sz="2000" dirty="0" smtClean="0">
                <a:sym typeface="Wingdings"/>
              </a:rPr>
            </a:br>
            <a:r>
              <a:rPr lang="en-US" sz="2000" dirty="0" smtClean="0">
                <a:sym typeface="Wingdings"/>
              </a:rPr>
              <a:t>	</a:t>
            </a:r>
            <a:r>
              <a:rPr lang="en-US" sz="1400" dirty="0" smtClean="0">
                <a:sym typeface="Wingdings"/>
              </a:rPr>
              <a:t>~Billing outlook, risks/issues, key tasks</a:t>
            </a:r>
          </a:p>
          <a:p>
            <a:pPr>
              <a:spcBef>
                <a:spcPts val="2400"/>
              </a:spcBef>
              <a:spcAft>
                <a:spcPts val="2400"/>
              </a:spcAft>
              <a:tabLst>
                <a:tab pos="457200" algn="l"/>
              </a:tabLst>
            </a:pPr>
            <a:r>
              <a:rPr lang="en-US" sz="2000" dirty="0" smtClean="0">
                <a:solidFill>
                  <a:schemeClr val="tx2"/>
                </a:solidFill>
                <a:sym typeface="Wingdings"/>
              </a:rPr>
              <a:t>		</a:t>
            </a:r>
            <a:r>
              <a:rPr lang="en-US" sz="2000" dirty="0" smtClean="0">
                <a:sym typeface="Wingdings"/>
              </a:rPr>
              <a:t>Country roll outs</a:t>
            </a:r>
            <a:r>
              <a:rPr lang="en-US" sz="2000" dirty="0">
                <a:sym typeface="Wingdings"/>
              </a:rPr>
              <a:t/>
            </a:r>
            <a:br>
              <a:rPr lang="en-US" sz="2000" dirty="0">
                <a:sym typeface="Wingdings"/>
              </a:rPr>
            </a:br>
            <a:r>
              <a:rPr lang="en-US" sz="1400" dirty="0">
                <a:sym typeface="Wingdings"/>
              </a:rPr>
              <a:t>	 </a:t>
            </a:r>
            <a:r>
              <a:rPr lang="en-US" sz="1400" dirty="0" smtClean="0">
                <a:sym typeface="Wingdings"/>
              </a:rPr>
              <a:t>	~Option classification, Order status, billing readiness</a:t>
            </a:r>
          </a:p>
          <a:p>
            <a:pPr>
              <a:spcBef>
                <a:spcPts val="2400"/>
              </a:spcBef>
              <a:spcAft>
                <a:spcPts val="2400"/>
              </a:spcAft>
              <a:tabLst>
                <a:tab pos="914400" algn="l"/>
                <a:tab pos="1371600" algn="l"/>
              </a:tabLst>
            </a:pPr>
            <a:r>
              <a:rPr lang="en-US" sz="2000" dirty="0" smtClean="0">
                <a:solidFill>
                  <a:schemeClr val="tx2"/>
                </a:solidFill>
                <a:sym typeface="Wingdings"/>
              </a:rPr>
              <a:t>		</a:t>
            </a:r>
            <a:r>
              <a:rPr lang="en-US" sz="2000" dirty="0" smtClean="0">
                <a:sym typeface="Wingdings"/>
              </a:rPr>
              <a:t>Metrics dashboard</a:t>
            </a:r>
            <a:br>
              <a:rPr lang="en-US" sz="2000" dirty="0" smtClean="0">
                <a:sym typeface="Wingdings"/>
              </a:rPr>
            </a:br>
            <a:r>
              <a:rPr lang="en-US" sz="2000" dirty="0" smtClean="0">
                <a:sym typeface="Wingdings"/>
              </a:rPr>
              <a:t>		</a:t>
            </a:r>
            <a:r>
              <a:rPr lang="en-US" sz="1400" dirty="0" smtClean="0">
                <a:sym typeface="Wingdings"/>
              </a:rPr>
              <a:t>~CMDB Data quality, billing process data</a:t>
            </a:r>
            <a:endParaRPr lang="en-US" sz="1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661" y="1145858"/>
            <a:ext cx="1554480" cy="11658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3" t="34454" b="19349"/>
          <a:stretch/>
        </p:blipFill>
        <p:spPr bwMode="auto">
          <a:xfrm>
            <a:off x="5481023" y="2413752"/>
            <a:ext cx="1554480" cy="11549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49995" y="1303799"/>
            <a:ext cx="27411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sym typeface="Wingdings"/>
              </a:rPr>
              <a:t></a:t>
            </a:r>
            <a:endParaRPr lang="en-US" sz="24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349995" y="2549929"/>
            <a:ext cx="27411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sym typeface="Wingdings"/>
              </a:rPr>
              <a:t></a:t>
            </a:r>
            <a:endParaRPr lang="en-US" sz="24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349995" y="3657596"/>
            <a:ext cx="27411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sym typeface="Wingdings"/>
              </a:rPr>
              <a:t></a:t>
            </a:r>
            <a:endParaRPr lang="en-US" sz="2400" dirty="0"/>
          </a:p>
        </p:txBody>
      </p:sp>
      <p:pic>
        <p:nvPicPr>
          <p:cNvPr id="1028" name="Picture 4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993" y="3688254"/>
            <a:ext cx="1554480" cy="11887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70504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Inputs needed from program 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075932"/>
              </p:ext>
            </p:extLst>
          </p:nvPr>
        </p:nvGraphicFramePr>
        <p:xfrm>
          <a:off x="412750" y="1331913"/>
          <a:ext cx="8318500" cy="2857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700"/>
                <a:gridCol w="2522444"/>
                <a:gridCol w="1452282"/>
                <a:gridCol w="1748118"/>
                <a:gridCol w="931956"/>
              </a:tblGrid>
              <a:tr h="388681">
                <a:tc>
                  <a:txBody>
                    <a:bodyPr/>
                    <a:lstStyle/>
                    <a:p>
                      <a:r>
                        <a:rPr lang="en-US" dirty="0" smtClean="0"/>
                        <a:t>Input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Frequency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Assigned 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Status</a:t>
                      </a:r>
                      <a:endParaRPr lang="en-US" dirty="0"/>
                    </a:p>
                  </a:txBody>
                  <a:tcPr/>
                </a:tc>
              </a:tr>
              <a:tr h="38868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Projected country roll out schedule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Align</a:t>
                      </a:r>
                      <a:r>
                        <a:rPr lang="en-US" sz="1200" baseline="0" dirty="0" smtClean="0"/>
                        <a:t> billing implementation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Monthly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rgbClr val="3C9DFF"/>
                          </a:solidFill>
                        </a:rPr>
                        <a:t>Tim </a:t>
                      </a:r>
                      <a:r>
                        <a:rPr lang="en-US" sz="1200" b="1" dirty="0" err="1" smtClean="0">
                          <a:solidFill>
                            <a:srgbClr val="3C9DFF"/>
                          </a:solidFill>
                        </a:rPr>
                        <a:t>Jenne</a:t>
                      </a:r>
                      <a:r>
                        <a:rPr lang="en-US" sz="1200" b="1" dirty="0" smtClean="0">
                          <a:solidFill>
                            <a:srgbClr val="3C9DFF"/>
                          </a:solidFill>
                        </a:rPr>
                        <a:t>/Jason</a:t>
                      </a:r>
                      <a:r>
                        <a:rPr lang="en-US" sz="1200" b="1" baseline="0" dirty="0" smtClean="0">
                          <a:solidFill>
                            <a:srgbClr val="3C9DFF"/>
                          </a:solidFill>
                        </a:rPr>
                        <a:t> Pearce</a:t>
                      </a:r>
                      <a:endParaRPr lang="en-US" sz="1200" b="1" dirty="0">
                        <a:solidFill>
                          <a:srgbClr val="3C9D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38868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1</a:t>
                      </a:r>
                      <a:r>
                        <a:rPr lang="en-US" sz="1200" baseline="30000" dirty="0" smtClean="0"/>
                        <a:t>st</a:t>
                      </a:r>
                      <a:r>
                        <a:rPr lang="en-US" sz="1200" dirty="0" smtClean="0"/>
                        <a:t> order dates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Project required billing readiness dates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Weekly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rgbClr val="3C9DFF"/>
                          </a:solidFill>
                        </a:rPr>
                        <a:t>Chung-Lei &amp; Rebecca Coots</a:t>
                      </a:r>
                      <a:endParaRPr lang="en-US" sz="1200" b="1" dirty="0">
                        <a:solidFill>
                          <a:srgbClr val="3C9D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38868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Legacy</a:t>
                      </a:r>
                      <a:r>
                        <a:rPr lang="en-US" sz="1200" baseline="0" dirty="0" smtClean="0"/>
                        <a:t> infra decom status/costs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rgbClr val="3C9DFF"/>
                          </a:solidFill>
                        </a:rPr>
                        <a:t>Support </a:t>
                      </a:r>
                      <a:r>
                        <a:rPr lang="en-US" sz="1200" b="1" dirty="0" smtClean="0">
                          <a:solidFill>
                            <a:srgbClr val="3C9DFF"/>
                          </a:solidFill>
                        </a:rPr>
                        <a:t> extended</a:t>
                      </a:r>
                      <a:r>
                        <a:rPr lang="en-US" sz="1200" b="1" baseline="0" dirty="0" smtClean="0">
                          <a:solidFill>
                            <a:srgbClr val="3C9DFF"/>
                          </a:solidFill>
                        </a:rPr>
                        <a:t> team on </a:t>
                      </a:r>
                      <a:r>
                        <a:rPr lang="en-US" sz="1200" b="1" dirty="0" smtClean="0">
                          <a:solidFill>
                            <a:srgbClr val="3C9DFF"/>
                          </a:solidFill>
                        </a:rPr>
                        <a:t>BU </a:t>
                      </a:r>
                      <a:r>
                        <a:rPr lang="en-US" sz="1200" b="1" dirty="0" smtClean="0">
                          <a:solidFill>
                            <a:srgbClr val="3C9DFF"/>
                          </a:solidFill>
                        </a:rPr>
                        <a:t>credit</a:t>
                      </a:r>
                      <a:r>
                        <a:rPr lang="en-US" sz="1200" b="1" baseline="0" dirty="0" smtClean="0">
                          <a:solidFill>
                            <a:srgbClr val="3C9DFF"/>
                          </a:solidFill>
                        </a:rPr>
                        <a:t> </a:t>
                      </a:r>
                      <a:r>
                        <a:rPr lang="en-US" sz="1200" b="1" baseline="0" dirty="0" smtClean="0">
                          <a:solidFill>
                            <a:srgbClr val="3C9DFF"/>
                          </a:solidFill>
                        </a:rPr>
                        <a:t>process</a:t>
                      </a:r>
                      <a:r>
                        <a:rPr lang="en-US" sz="1200" b="1" dirty="0" smtClean="0">
                          <a:solidFill>
                            <a:srgbClr val="3C9DFF"/>
                          </a:solidFill>
                        </a:rPr>
                        <a:t> </a:t>
                      </a:r>
                      <a:r>
                        <a:rPr lang="en-US" sz="1200" b="1" dirty="0" smtClean="0">
                          <a:solidFill>
                            <a:srgbClr val="3C9DFF"/>
                          </a:solidFill>
                        </a:rPr>
                        <a:t>f</a:t>
                      </a:r>
                      <a:r>
                        <a:rPr lang="en-US" sz="1200" dirty="0" smtClean="0"/>
                        <a:t>or legacy</a:t>
                      </a:r>
                      <a:r>
                        <a:rPr lang="en-US" sz="1200" baseline="0" dirty="0" smtClean="0"/>
                        <a:t> infra </a:t>
                      </a:r>
                      <a:r>
                        <a:rPr lang="en-US" sz="1200" dirty="0" smtClean="0"/>
                        <a:t>billing after site IC migration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Monthly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rgbClr val="3C9DFF"/>
                          </a:solidFill>
                        </a:rPr>
                        <a:t>Glenn Dawson/Jim </a:t>
                      </a:r>
                      <a:r>
                        <a:rPr lang="en-US" sz="1200" b="1" dirty="0" err="1" smtClean="0">
                          <a:solidFill>
                            <a:srgbClr val="3C9DFF"/>
                          </a:solidFill>
                        </a:rPr>
                        <a:t>Boshinski</a:t>
                      </a:r>
                      <a:endParaRPr lang="en-US" sz="1200" b="1" dirty="0">
                        <a:solidFill>
                          <a:srgbClr val="3C9D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38868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Cold</a:t>
                      </a:r>
                      <a:r>
                        <a:rPr lang="en-US" sz="1200" baseline="0" dirty="0" smtClean="0"/>
                        <a:t> cut site migration/CI details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CMDB Service/rel.</a:t>
                      </a:r>
                      <a:r>
                        <a:rPr lang="en-US" sz="1200" baseline="0" dirty="0" smtClean="0"/>
                        <a:t> creation &amp; verification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Monthly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Chung</a:t>
                      </a:r>
                      <a:r>
                        <a:rPr lang="en-US" sz="1200" baseline="0" dirty="0" smtClean="0"/>
                        <a:t>-Lei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</a:tr>
              <a:tr h="38868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Service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Order</a:t>
                      </a:r>
                      <a:r>
                        <a:rPr lang="en-US" sz="1200" baseline="0" dirty="0" smtClean="0"/>
                        <a:t> history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Vendor</a:t>
                      </a:r>
                      <a:r>
                        <a:rPr lang="en-US" sz="1200" baseline="0" dirty="0" smtClean="0"/>
                        <a:t> disputes &amp; credit requests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Ad hoc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rgbClr val="3C9DFF"/>
                          </a:solidFill>
                        </a:rPr>
                        <a:t>Need a Sourcin</a:t>
                      </a:r>
                      <a:r>
                        <a:rPr lang="en-US" sz="1200" b="1" baseline="0" dirty="0" smtClean="0">
                          <a:solidFill>
                            <a:srgbClr val="3C9DFF"/>
                          </a:solidFill>
                        </a:rPr>
                        <a:t>g or Provisioning Leader</a:t>
                      </a:r>
                      <a:endParaRPr lang="en-US" sz="1200" b="1" dirty="0">
                        <a:solidFill>
                          <a:srgbClr val="3C9D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N.A.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8130988" y="1830590"/>
            <a:ext cx="182880" cy="182880"/>
          </a:xfrm>
          <a:prstGeom prst="ellipse">
            <a:avLst/>
          </a:prstGeom>
          <a:solidFill>
            <a:srgbClr val="FF0000"/>
          </a:solidFill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130988" y="2260896"/>
            <a:ext cx="182880" cy="182880"/>
          </a:xfrm>
          <a:prstGeom prst="ellipse">
            <a:avLst/>
          </a:prstGeom>
          <a:solidFill>
            <a:srgbClr val="FF0000"/>
          </a:solidFill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130988" y="2736025"/>
            <a:ext cx="182880" cy="182880"/>
          </a:xfrm>
          <a:prstGeom prst="ellipse">
            <a:avLst/>
          </a:prstGeom>
          <a:solidFill>
            <a:srgbClr val="FFFF00"/>
          </a:solidFill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130988" y="3340243"/>
            <a:ext cx="182880" cy="182880"/>
          </a:xfrm>
          <a:prstGeom prst="ellipse">
            <a:avLst/>
          </a:prstGeom>
          <a:solidFill>
            <a:srgbClr val="00B050"/>
          </a:solidFill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96964" y="5138549"/>
            <a:ext cx="182880" cy="182880"/>
          </a:xfrm>
          <a:prstGeom prst="ellipse">
            <a:avLst/>
          </a:prstGeom>
          <a:solidFill>
            <a:srgbClr val="FF0000"/>
          </a:solidFill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96964" y="5472224"/>
            <a:ext cx="182880" cy="182880"/>
          </a:xfrm>
          <a:prstGeom prst="ellipse">
            <a:avLst/>
          </a:prstGeom>
          <a:solidFill>
            <a:srgbClr val="FFFF00"/>
          </a:solidFill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96964" y="5805899"/>
            <a:ext cx="182880" cy="182880"/>
          </a:xfrm>
          <a:prstGeom prst="ellipse">
            <a:avLst/>
          </a:prstGeom>
          <a:solidFill>
            <a:srgbClr val="00B050"/>
          </a:solidFill>
          <a:ln w="31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84737" y="4633498"/>
            <a:ext cx="4966937" cy="14773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u="sng" dirty="0" smtClean="0"/>
              <a:t>Legend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Satisfactory </a:t>
            </a:r>
            <a:r>
              <a:rPr lang="en-US" sz="1600" dirty="0"/>
              <a:t>i</a:t>
            </a:r>
            <a:r>
              <a:rPr lang="en-US" sz="1600" dirty="0" smtClean="0"/>
              <a:t>nformation not provided on a regular basis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Workaround in place to secure information necessary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Optimal information flow</a:t>
            </a:r>
          </a:p>
        </p:txBody>
      </p:sp>
    </p:spTree>
    <p:extLst>
      <p:ext uri="{BB962C8B-B14F-4D97-AF65-F5344CB8AC3E}">
        <p14:creationId xmlns:p14="http://schemas.microsoft.com/office/powerpoint/2010/main" val="10140419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 that need program team involvement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21662" y="1209038"/>
            <a:ext cx="8309587" cy="5401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u="sng" dirty="0" smtClean="0"/>
              <a:t>Credit </a:t>
            </a:r>
            <a:r>
              <a:rPr lang="en-US" u="sng" dirty="0" smtClean="0"/>
              <a:t>Process</a:t>
            </a:r>
            <a:endParaRPr lang="en-US" u="sng" dirty="0" smtClean="0"/>
          </a:p>
          <a:p>
            <a:pPr marL="231775" indent="-2317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Develop credit policy for each billing component using CMDB asset status and billing cycle lag (Jason – Apr.’16)</a:t>
            </a:r>
          </a:p>
          <a:p>
            <a:pPr marL="231775" indent="-2317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Communicate policy to BU’s (Johann – Apr.’16)</a:t>
            </a:r>
          </a:p>
          <a:p>
            <a:pPr marL="231775" indent="-2317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Determine roles &amp; responsibilities and timelines for monthly credit </a:t>
            </a:r>
            <a:r>
              <a:rPr lang="en-US" sz="1400" dirty="0" smtClean="0"/>
              <a:t>process</a:t>
            </a:r>
          </a:p>
          <a:p>
            <a:pPr marL="231775" indent="-2317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How and where are expense and credit Inquiries being supported (extension of above line)</a:t>
            </a:r>
            <a:endParaRPr lang="en-US" sz="1400" i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sz="1400" u="sng" dirty="0" smtClean="0"/>
              <a:t>Metrics dashboard</a:t>
            </a:r>
          </a:p>
          <a:p>
            <a:pPr marL="231775" indent="-2317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Mock up dashboard (Kendall/Johann)</a:t>
            </a:r>
          </a:p>
          <a:p>
            <a:pPr marL="231775" indent="-2317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Develop </a:t>
            </a:r>
            <a:r>
              <a:rPr lang="en-US" sz="1400" dirty="0" err="1" smtClean="0"/>
              <a:t>servicenow</a:t>
            </a:r>
            <a:r>
              <a:rPr lang="en-US" sz="1400" dirty="0" smtClean="0"/>
              <a:t> reports to populate metrics dashboard (Bill/</a:t>
            </a:r>
            <a:r>
              <a:rPr lang="en-US" sz="1400" dirty="0" err="1" smtClean="0"/>
              <a:t>Gio</a:t>
            </a:r>
            <a:r>
              <a:rPr lang="en-US" sz="1400" dirty="0" smtClean="0"/>
              <a:t>)</a:t>
            </a:r>
          </a:p>
          <a:p>
            <a:pPr marL="231775" indent="-2317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Add metrics to address current blind spots (e.g. #days </a:t>
            </a:r>
            <a:r>
              <a:rPr lang="en-US" sz="1400" dirty="0" err="1" smtClean="0"/>
              <a:t>ckts</a:t>
            </a:r>
            <a:r>
              <a:rPr lang="en-US" sz="1400" dirty="0" smtClean="0"/>
              <a:t>/routers active prior to migration) and avoid duplication with current dashboards</a:t>
            </a:r>
          </a:p>
          <a:p>
            <a:pPr>
              <a:spcBef>
                <a:spcPts val="600"/>
              </a:spcBef>
            </a:pPr>
            <a:r>
              <a:rPr lang="en-US" sz="1400" u="sng" dirty="0" err="1" smtClean="0"/>
              <a:t>Tangoe</a:t>
            </a:r>
            <a:r>
              <a:rPr lang="en-US" sz="1400" u="sng" dirty="0" smtClean="0"/>
              <a:t> Audit process</a:t>
            </a:r>
          </a:p>
          <a:p>
            <a:pPr marL="231775" indent="-2317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FF0000"/>
                </a:solidFill>
              </a:rPr>
              <a:t>Tandem billing – may need input to confirm that </a:t>
            </a:r>
            <a:r>
              <a:rPr lang="en-US" sz="1400" dirty="0" err="1" smtClean="0">
                <a:solidFill>
                  <a:srgbClr val="FF0000"/>
                </a:solidFill>
              </a:rPr>
              <a:t>Tangoe</a:t>
            </a:r>
            <a:r>
              <a:rPr lang="en-US" sz="1400" dirty="0" smtClean="0">
                <a:solidFill>
                  <a:srgbClr val="FF0000"/>
                </a:solidFill>
              </a:rPr>
              <a:t> is using the right billing start dates</a:t>
            </a:r>
          </a:p>
          <a:p>
            <a:pPr>
              <a:spcBef>
                <a:spcPts val="600"/>
              </a:spcBef>
            </a:pPr>
            <a:r>
              <a:rPr lang="en-US" sz="1400" u="sng" dirty="0" smtClean="0"/>
              <a:t>Financial impact</a:t>
            </a:r>
            <a:endParaRPr lang="en-US" sz="1400" u="sng" dirty="0"/>
          </a:p>
          <a:p>
            <a:pPr marL="231775" indent="-2317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Need to align program progress/metrics with financial projections</a:t>
            </a:r>
          </a:p>
          <a:p>
            <a:pPr marL="231775" indent="-2317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Need Sourcing/Provisioning lead to help drive Vendor disputes/credits  that </a:t>
            </a:r>
            <a:r>
              <a:rPr lang="en-US" sz="1400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1400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NaaS</a:t>
            </a:r>
            <a:r>
              <a:rPr lang="en-US" sz="1400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team </a:t>
            </a:r>
            <a:r>
              <a:rPr lang="en-US" sz="1400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encounters and reports</a:t>
            </a:r>
          </a:p>
          <a:p>
            <a:pPr marL="231775" indent="-231775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1490159216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GE Theme Colors">
      <a:dk1>
        <a:srgbClr val="575757"/>
      </a:dk1>
      <a:lt1>
        <a:sysClr val="window" lastClr="FFFFFF"/>
      </a:lt1>
      <a:dk2>
        <a:srgbClr val="005CB9"/>
      </a:dk2>
      <a:lt2>
        <a:srgbClr val="E9E9E9"/>
      </a:lt2>
      <a:accent1>
        <a:srgbClr val="3693F8"/>
      </a:accent1>
      <a:accent2>
        <a:srgbClr val="00366E"/>
      </a:accent2>
      <a:accent3>
        <a:srgbClr val="46AD00"/>
      </a:accent3>
      <a:accent4>
        <a:srgbClr val="1D5F11"/>
      </a:accent4>
      <a:accent5>
        <a:srgbClr val="75D835"/>
      </a:accent5>
      <a:accent6>
        <a:srgbClr val="841225"/>
      </a:accent6>
      <a:hlink>
        <a:srgbClr val="005CBA"/>
      </a:hlink>
      <a:folHlink>
        <a:srgbClr val="005CB9"/>
      </a:folHlink>
    </a:clrScheme>
    <a:fontScheme name="GE Inspira Pitch 2014">
      <a:majorFont>
        <a:latin typeface="GE Inspira Pitch"/>
        <a:ea typeface=""/>
        <a:cs typeface=""/>
      </a:majorFont>
      <a:minorFont>
        <a:latin typeface="GE Inspira Pitc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2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GE 2014 V01 Interim 05 (probably final)">
      <a:dk1>
        <a:srgbClr val="575757"/>
      </a:dk1>
      <a:lt1>
        <a:sysClr val="window" lastClr="FFFFFF"/>
      </a:lt1>
      <a:dk2>
        <a:srgbClr val="005CB9"/>
      </a:dk2>
      <a:lt2>
        <a:srgbClr val="E9E9E9"/>
      </a:lt2>
      <a:accent1>
        <a:srgbClr val="3693F8"/>
      </a:accent1>
      <a:accent2>
        <a:srgbClr val="00366E"/>
      </a:accent2>
      <a:accent3>
        <a:srgbClr val="46AD00"/>
      </a:accent3>
      <a:accent4>
        <a:srgbClr val="1D5F11"/>
      </a:accent4>
      <a:accent5>
        <a:srgbClr val="FFCF45"/>
      </a:accent5>
      <a:accent6>
        <a:srgbClr val="841225"/>
      </a:accent6>
      <a:hlink>
        <a:srgbClr val="005CBA"/>
      </a:hlink>
      <a:folHlink>
        <a:srgbClr val="005CB9"/>
      </a:folHlink>
    </a:clrScheme>
    <a:fontScheme name="GE Inspira Pitch 2014">
      <a:majorFont>
        <a:latin typeface="GE Inspira Pitch"/>
        <a:ea typeface=""/>
        <a:cs typeface=""/>
      </a:majorFont>
      <a:minorFont>
        <a:latin typeface="GE Inspira Pitc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E 2014 V01 Interim 05 (probably final)">
      <a:dk1>
        <a:srgbClr val="575757"/>
      </a:dk1>
      <a:lt1>
        <a:sysClr val="window" lastClr="FFFFFF"/>
      </a:lt1>
      <a:dk2>
        <a:srgbClr val="005CB9"/>
      </a:dk2>
      <a:lt2>
        <a:srgbClr val="E9E9E9"/>
      </a:lt2>
      <a:accent1>
        <a:srgbClr val="3693F8"/>
      </a:accent1>
      <a:accent2>
        <a:srgbClr val="00366E"/>
      </a:accent2>
      <a:accent3>
        <a:srgbClr val="46AD00"/>
      </a:accent3>
      <a:accent4>
        <a:srgbClr val="1D5F11"/>
      </a:accent4>
      <a:accent5>
        <a:srgbClr val="FFCF45"/>
      </a:accent5>
      <a:accent6>
        <a:srgbClr val="841225"/>
      </a:accent6>
      <a:hlink>
        <a:srgbClr val="005CBA"/>
      </a:hlink>
      <a:folHlink>
        <a:srgbClr val="005CB9"/>
      </a:folHlink>
    </a:clrScheme>
    <a:fontScheme name="GE Inspira Pitch 2014">
      <a:majorFont>
        <a:latin typeface="GE Inspira Pitch"/>
        <a:ea typeface=""/>
        <a:cs typeface=""/>
      </a:majorFont>
      <a:minorFont>
        <a:latin typeface="GE Inspira Pitc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484</TotalTime>
  <Words>334</Words>
  <Application>Microsoft Macintosh PowerPoint</Application>
  <PresentationFormat>On-screen Show (4:3)</PresentationFormat>
  <Paragraphs>60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blank</vt:lpstr>
      <vt:lpstr>Corporate IT – FT 2.0</vt:lpstr>
      <vt:lpstr>Project management rhythm</vt:lpstr>
      <vt:lpstr>Data Inputs needed from program team</vt:lpstr>
      <vt:lpstr>Tasks that need program team involvement</vt:lpstr>
    </vt:vector>
  </TitlesOfParts>
  <Company>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FT2.0 | Interconnect billing discussion follow-up</dc:title>
  <dc:creator>GE User</dc:creator>
  <cp:lastModifiedBy>Jason Pearce</cp:lastModifiedBy>
  <cp:revision>24</cp:revision>
  <dcterms:created xsi:type="dcterms:W3CDTF">2016-03-23T19:47:32Z</dcterms:created>
  <dcterms:modified xsi:type="dcterms:W3CDTF">2016-03-31T14:11:58Z</dcterms:modified>
</cp:coreProperties>
</file>