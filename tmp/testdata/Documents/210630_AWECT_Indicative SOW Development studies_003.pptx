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08" r:id="rId4"/>
  </p:sldMasterIdLst>
  <p:notesMasterIdLst>
    <p:notesMasterId r:id="rId13"/>
  </p:notesMasterIdLst>
  <p:handoutMasterIdLst>
    <p:handoutMasterId r:id="rId14"/>
  </p:handoutMasterIdLst>
  <p:sldIdLst>
    <p:sldId id="2134805890" r:id="rId5"/>
    <p:sldId id="2134805805" r:id="rId6"/>
    <p:sldId id="2134805893" r:id="rId7"/>
    <p:sldId id="2134805891" r:id="rId8"/>
    <p:sldId id="2134805892" r:id="rId9"/>
    <p:sldId id="2134805895" r:id="rId10"/>
    <p:sldId id="2134805894" r:id="rId11"/>
    <p:sldId id="2134805896" r:id="rId12"/>
  </p:sldIdLst>
  <p:sldSz cx="9144000" cy="6858000" type="screen4x3"/>
  <p:notesSz cx="6954838" cy="9240838"/>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792" userDrawn="1">
          <p15:clr>
            <a:srgbClr val="A4A3A4"/>
          </p15:clr>
        </p15:guide>
        <p15:guide id="4" orient="horz" pos="1008" userDrawn="1">
          <p15:clr>
            <a:srgbClr val="A4A3A4"/>
          </p15:clr>
        </p15:guide>
        <p15:guide id="5" pos="5328" userDrawn="1">
          <p15:clr>
            <a:srgbClr val="A4A3A4"/>
          </p15:clr>
        </p15:guide>
        <p15:guide id="6" pos="26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lem - Jan Schutte" initials="W-JS" lastIdx="1" clrIdx="0"/>
  <p:cmAuthor id="2" name="Willem - Jan Schutte" initials="W-JS [2]" lastIdx="1" clrIdx="1"/>
  <p:cmAuthor id="3" name="Willem - Jan Schutte" initials="W-JS [3]" lastIdx="1" clrIdx="2"/>
  <p:cmAuthor id="4" name="Willem - Jan Schutte" initials="W-JS [4]" lastIdx="1" clrIdx="3"/>
  <p:cmAuthor id="5" name="Willem - Jan Schutte" initials="W-JS [5]" lastIdx="1" clrIdx="4"/>
  <p:cmAuthor id="6" name="Willem - Jan Schutte" initials="W-JS [6]" lastIdx="1" clrIdx="5"/>
  <p:cmAuthor id="7" name="Willem - Jan Schutte" initials="W-JS [7]" lastIdx="1" clrIdx="6"/>
  <p:cmAuthor id="8" name="Fedde van Dijk" initials="FvD" lastIdx="2" clrIdx="7"/>
  <p:cmAuthor id="9" name="Office V" initials="OV" lastIdx="1" clrIdx="8"/>
  <p:cmAuthor id="10" name="Office V" initials="OV [2]" lastIdx="2" clrIdx="9"/>
  <p:cmAuthor id="11" name="Sietse Anne Agema" initials="SAA" lastIdx="8" clrIdx="10"/>
  <p:cmAuthor id="12" name="Bas Hamers" initials="BH" lastIdx="25" clrIdx="11"/>
  <p:cmAuthor id="13" name="Evert Lichtenbelt" initials="EL" lastIdx="3" clrIdx="12"/>
  <p:cmAuthor id="14" name="Aleks" initials="AV" lastIdx="87" clrIdx="13"/>
  <p:cmAuthor id="15" name="Jasper Kroon" initials="JK" lastIdx="1" clrIdx="14"/>
  <p:cmAuthor id="16" name="Jeffrey Altman" initials="JA" lastIdx="13" clrIdx="15"/>
  <p:cmAuthor id="17" name="Lars Rijswijk" initials="LR" lastIdx="1" clrIdx="16">
    <p:extLst>
      <p:ext uri="{19B8F6BF-5375-455C-9EA6-DF929625EA0E}">
        <p15:presenceInfo xmlns:p15="http://schemas.microsoft.com/office/powerpoint/2012/main" userId="S::l.rijswijk@awect.com::a2b5573e-1ec8-4651-83e8-963c615fcce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9E1F2"/>
    <a:srgbClr val="133C80"/>
    <a:srgbClr val="58A949"/>
    <a:srgbClr val="003D80"/>
    <a:srgbClr val="59A949"/>
    <a:srgbClr val="C9E5C0"/>
    <a:srgbClr val="E9EAEE"/>
    <a:srgbClr val="312783"/>
    <a:srgbClr val="B0B0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77"/>
    <p:restoredTop sz="94694"/>
  </p:normalViewPr>
  <p:slideViewPr>
    <p:cSldViewPr snapToGrid="0">
      <p:cViewPr varScale="1">
        <p:scale>
          <a:sx n="117" d="100"/>
          <a:sy n="117" d="100"/>
        </p:scale>
        <p:origin x="2360" y="168"/>
      </p:cViewPr>
      <p:guideLst>
        <p:guide orient="horz" pos="2160"/>
        <p:guide pos="2880"/>
        <p:guide orient="horz" pos="3792"/>
        <p:guide orient="horz" pos="1008"/>
        <p:guide pos="5328"/>
        <p:guide pos="261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2D37F-CF6B-43C9-99CB-C5939FFB571B}"/>
              </a:ext>
            </a:extLst>
          </p:cNvPr>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endParaRPr lang="x-none"/>
          </a:p>
        </p:txBody>
      </p:sp>
      <p:sp>
        <p:nvSpPr>
          <p:cNvPr id="3" name="Date Placeholder 2">
            <a:extLst>
              <a:ext uri="{FF2B5EF4-FFF2-40B4-BE49-F238E27FC236}">
                <a16:creationId xmlns:a16="http://schemas.microsoft.com/office/drawing/2014/main" id="{54201F68-EA1E-41D7-98C0-2BAC48E6D1AD}"/>
              </a:ext>
            </a:extLst>
          </p:cNvPr>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fld id="{F47467BC-1CE8-4D62-8DF0-CE767C107F76}" type="datetimeFigureOut">
              <a:rPr lang="x-none" smtClean="0"/>
              <a:t>03/12/2021</a:t>
            </a:fld>
            <a:endParaRPr lang="x-none"/>
          </a:p>
        </p:txBody>
      </p:sp>
      <p:sp>
        <p:nvSpPr>
          <p:cNvPr id="4" name="Footer Placeholder 3">
            <a:extLst>
              <a:ext uri="{FF2B5EF4-FFF2-40B4-BE49-F238E27FC236}">
                <a16:creationId xmlns:a16="http://schemas.microsoft.com/office/drawing/2014/main" id="{203B10F4-0FF6-43A2-83E9-FC2231C1840B}"/>
              </a:ext>
            </a:extLst>
          </p:cNvPr>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A15CF27A-804A-4D53-8922-1424CB613386}"/>
              </a:ext>
            </a:extLst>
          </p:cNvPr>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fld id="{05591D72-744F-4C92-B684-7DDC4C9A9FAE}" type="slidenum">
              <a:rPr lang="x-none" smtClean="0"/>
              <a:t>‹#›</a:t>
            </a:fld>
            <a:endParaRPr lang="x-none"/>
          </a:p>
        </p:txBody>
      </p:sp>
    </p:spTree>
    <p:extLst>
      <p:ext uri="{BB962C8B-B14F-4D97-AF65-F5344CB8AC3E}">
        <p14:creationId xmlns:p14="http://schemas.microsoft.com/office/powerpoint/2010/main" val="23899157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endParaRPr lang="nl-NL"/>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a:lvl1pPr>
          </a:lstStyle>
          <a:p>
            <a:fld id="{7A0512A9-5534-4DE7-910B-B47598180E18}" type="datetimeFigureOut">
              <a:rPr lang="nl-NL" smtClean="0"/>
              <a:t>03-12-2021</a:t>
            </a:fld>
            <a:endParaRPr lang="nl-NL"/>
          </a:p>
        </p:txBody>
      </p:sp>
      <p:sp>
        <p:nvSpPr>
          <p:cNvPr id="4" name="Slide Image Placeholder 3"/>
          <p:cNvSpPr>
            <a:spLocks noGrp="1" noRot="1" noChangeAspect="1"/>
          </p:cNvSpPr>
          <p:nvPr>
            <p:ph type="sldImg" idx="2"/>
          </p:nvPr>
        </p:nvSpPr>
        <p:spPr>
          <a:xfrm>
            <a:off x="1398588" y="1155700"/>
            <a:ext cx="4157662" cy="3117850"/>
          </a:xfrm>
          <a:prstGeom prst="rect">
            <a:avLst/>
          </a:prstGeom>
          <a:noFill/>
          <a:ln w="12700">
            <a:solidFill>
              <a:prstClr val="black"/>
            </a:solidFill>
          </a:ln>
        </p:spPr>
        <p:txBody>
          <a:bodyPr vert="horz" lIns="92546" tIns="46273" rIns="92546" bIns="46273" rtlCol="0" anchor="ctr"/>
          <a:lstStyle/>
          <a:p>
            <a:endParaRPr lang="en-US"/>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nl-NL"/>
              <a:t>Click </a:t>
            </a:r>
            <a:r>
              <a:rPr lang="nl-NL" err="1"/>
              <a:t>to</a:t>
            </a:r>
            <a:r>
              <a:rPr lang="nl-NL"/>
              <a:t> </a:t>
            </a:r>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a:lvl1pPr>
          </a:lstStyle>
          <a:p>
            <a:endParaRPr lang="nl-NL"/>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a:lvl1pPr>
          </a:lstStyle>
          <a:p>
            <a:fld id="{3163A743-00D6-4D7B-97E0-307C7A16CA97}" type="slidenum">
              <a:rPr lang="nl-NL" smtClean="0"/>
              <a:t>‹#›</a:t>
            </a:fld>
            <a:endParaRPr lang="nl-NL"/>
          </a:p>
        </p:txBody>
      </p:sp>
    </p:spTree>
    <p:extLst>
      <p:ext uri="{BB962C8B-B14F-4D97-AF65-F5344CB8AC3E}">
        <p14:creationId xmlns:p14="http://schemas.microsoft.com/office/powerpoint/2010/main" val="2613957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4.vml"/><Relationship Id="rId5" Type="http://schemas.openxmlformats.org/officeDocument/2006/relationships/image" Target="../media/image5.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5.vml"/><Relationship Id="rId5" Type="http://schemas.openxmlformats.org/officeDocument/2006/relationships/image" Target="../media/image6.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7.e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8.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9.vml"/><Relationship Id="rId5" Type="http://schemas.openxmlformats.org/officeDocument/2006/relationships/image" Target="../media/image8.emf"/><Relationship Id="rId4" Type="http://schemas.openxmlformats.org/officeDocument/2006/relationships/oleObject" Target="../embeddings/oleObject9.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223758041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3"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a:xfrm>
            <a:off x="476957" y="5324475"/>
            <a:ext cx="6866818" cy="447119"/>
          </a:xfrm>
          <a:prstGeom prst="rect">
            <a:avLst/>
          </a:prstGeom>
        </p:spPr>
        <p:txBody>
          <a:bodyPr anchor="b" anchorCtr="0">
            <a:normAutofit/>
          </a:bodyPr>
          <a:lstStyle>
            <a:lvl1pPr marL="0" indent="0">
              <a:buNone/>
              <a:defRPr sz="1800" b="0" baseline="0">
                <a:solidFill>
                  <a:srgbClr val="2A3651"/>
                </a:solidFill>
                <a:latin typeface="Calibri Light" panose="020F0302020204030204" pitchFamily="34" charset="0"/>
                <a:cs typeface="Calibri Light" panose="020F0302020204030204" pitchFamily="34" charset="0"/>
              </a:defRPr>
            </a:lvl1pPr>
          </a:lstStyle>
          <a:p>
            <a:pPr lvl="0"/>
            <a:r>
              <a:rPr lang="nl-NL"/>
              <a:t>Click </a:t>
            </a:r>
            <a:r>
              <a:rPr lang="nl-NL" err="1"/>
              <a:t>to</a:t>
            </a:r>
            <a:r>
              <a:rPr lang="nl-NL"/>
              <a:t> </a:t>
            </a:r>
            <a:r>
              <a:rPr lang="nl-NL" err="1"/>
              <a:t>add</a:t>
            </a:r>
            <a:r>
              <a:rPr lang="nl-NL"/>
              <a:t> </a:t>
            </a:r>
            <a:r>
              <a:rPr lang="nl-NL" err="1"/>
              <a:t>title</a:t>
            </a:r>
            <a:endParaRPr lang="nl-NL"/>
          </a:p>
        </p:txBody>
      </p:sp>
      <p:sp>
        <p:nvSpPr>
          <p:cNvPr id="12" name="Text Placeholder 11"/>
          <p:cNvSpPr>
            <a:spLocks noGrp="1"/>
          </p:cNvSpPr>
          <p:nvPr>
            <p:ph type="body" sz="quarter" idx="11" hasCustomPrompt="1"/>
          </p:nvPr>
        </p:nvSpPr>
        <p:spPr>
          <a:xfrm>
            <a:off x="476250" y="5841161"/>
            <a:ext cx="6867525" cy="320675"/>
          </a:xfrm>
          <a:prstGeom prst="rect">
            <a:avLst/>
          </a:prstGeom>
        </p:spPr>
        <p:txBody>
          <a:bodyPr/>
          <a:lstStyle>
            <a:lvl1pPr marL="0" indent="0">
              <a:buNone/>
              <a:defRPr sz="1400" b="0" baseline="0">
                <a:solidFill>
                  <a:srgbClr val="2A3651"/>
                </a:solidFill>
                <a:latin typeface="Calibri Light" panose="020F0302020204030204" pitchFamily="34" charset="0"/>
                <a:cs typeface="Calibri Light" panose="020F0302020204030204" pitchFamily="34" charset="0"/>
              </a:defRPr>
            </a:lvl1pPr>
          </a:lstStyle>
          <a:p>
            <a:pPr lvl="0"/>
            <a:r>
              <a:rPr lang="nl-NL"/>
              <a:t>Click </a:t>
            </a:r>
            <a:r>
              <a:rPr lang="nl-NL" err="1"/>
              <a:t>to</a:t>
            </a:r>
            <a:r>
              <a:rPr lang="nl-NL"/>
              <a:t> </a:t>
            </a:r>
            <a:r>
              <a:rPr lang="nl-NL" err="1"/>
              <a:t>add</a:t>
            </a:r>
            <a:r>
              <a:rPr lang="nl-NL"/>
              <a:t> </a:t>
            </a:r>
            <a:r>
              <a:rPr lang="nl-NL" err="1"/>
              <a:t>text</a:t>
            </a:r>
            <a:endParaRPr lang="nl-NL"/>
          </a:p>
        </p:txBody>
      </p:sp>
      <p:cxnSp>
        <p:nvCxnSpPr>
          <p:cNvPr id="7" name="Straight Connector 6"/>
          <p:cNvCxnSpPr/>
          <p:nvPr userDrawn="1"/>
        </p:nvCxnSpPr>
        <p:spPr>
          <a:xfrm>
            <a:off x="340316" y="1224000"/>
            <a:ext cx="848745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Content Placeholder 12"/>
          <p:cNvSpPr>
            <a:spLocks noGrp="1"/>
          </p:cNvSpPr>
          <p:nvPr>
            <p:ph sz="quarter" idx="12"/>
          </p:nvPr>
        </p:nvSpPr>
        <p:spPr>
          <a:xfrm>
            <a:off x="3640932" y="2785269"/>
            <a:ext cx="1862137" cy="1287462"/>
          </a:xfrm>
        </p:spPr>
        <p:txBody>
          <a:bodyPr/>
          <a:lstStyle>
            <a:lvl1pPr>
              <a:defRPr b="0"/>
            </a:lvl1pPr>
          </a:lstStyle>
          <a:p>
            <a:pPr lvl="0"/>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2" name="Rectangle 1">
            <a:extLst>
              <a:ext uri="{FF2B5EF4-FFF2-40B4-BE49-F238E27FC236}">
                <a16:creationId xmlns:a16="http://schemas.microsoft.com/office/drawing/2014/main" id="{EC268F7E-4FBC-4C81-852B-BE06F8BF0FFF}"/>
              </a:ext>
            </a:extLst>
          </p:cNvPr>
          <p:cNvSpPr/>
          <p:nvPr userDrawn="1"/>
        </p:nvSpPr>
        <p:spPr>
          <a:xfrm>
            <a:off x="7886700" y="6375400"/>
            <a:ext cx="1257300" cy="4825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err="1">
              <a:solidFill>
                <a:schemeClr val="tx1"/>
              </a:solidFill>
              <a:latin typeface="Calibri Light" panose="020F0302020204030204" pitchFamily="34" charset="0"/>
              <a:cs typeface="Calibri Light" panose="020F0302020204030204" pitchFamily="34" charset="0"/>
            </a:endParaRPr>
          </a:p>
        </p:txBody>
      </p:sp>
      <p:pic>
        <p:nvPicPr>
          <p:cNvPr id="5" name="Picture 4" descr="A close up of a logo&#10;&#10;Description automatically generated">
            <a:extLst>
              <a:ext uri="{FF2B5EF4-FFF2-40B4-BE49-F238E27FC236}">
                <a16:creationId xmlns:a16="http://schemas.microsoft.com/office/drawing/2014/main" id="{73BC5DF3-1EAB-4EA2-A52C-7D5F71FBC50B}"/>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r="24812"/>
          <a:stretch/>
        </p:blipFill>
        <p:spPr>
          <a:xfrm>
            <a:off x="0" y="3175"/>
            <a:ext cx="9144000" cy="6868947"/>
          </a:xfrm>
          <a:prstGeom prst="rect">
            <a:avLst/>
          </a:prstGeom>
        </p:spPr>
      </p:pic>
    </p:spTree>
    <p:extLst>
      <p:ext uri="{BB962C8B-B14F-4D97-AF65-F5344CB8AC3E}">
        <p14:creationId xmlns:p14="http://schemas.microsoft.com/office/powerpoint/2010/main" val="2944125272"/>
      </p:ext>
    </p:extLst>
  </p:cSld>
  <p:clrMapOvr>
    <a:masterClrMapping/>
  </p:clrMapOvr>
  <p:extLst>
    <p:ext uri="{DCECCB84-F9BA-43D5-87BE-67443E8EF086}">
      <p15:sldGuideLst xmlns:p15="http://schemas.microsoft.com/office/powerpoint/2012/main">
        <p15:guide id="1" orient="horz" pos="4224">
          <p15:clr>
            <a:srgbClr val="FBAE40"/>
          </p15:clr>
        </p15:guide>
        <p15:guide id="2" pos="29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6B3DA76D-2060-4400-B725-1C5B17CE300E}"/>
              </a:ext>
            </a:extLst>
          </p:cNvPr>
          <p:cNvSpPr/>
          <p:nvPr userDrawn="1">
            <p:custDataLst>
              <p:tags r:id="rId2"/>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graphicFrame>
        <p:nvGraphicFramePr>
          <p:cNvPr id="4" name="Object 3" hidden="1"/>
          <p:cNvGraphicFramePr>
            <a:graphicFrameLocks noChangeAspect="1"/>
          </p:cNvGraphicFramePr>
          <p:nvPr userDrawn="1">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77" name="think-cell Slide" r:id="rId5" imgW="360" imgH="360" progId="TCLayout.ActiveDocument.1">
                  <p:embed/>
                </p:oleObj>
              </mc:Choice>
              <mc:Fallback>
                <p:oleObj name="think-cell Slide" r:id="rId5" imgW="360" imgH="36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a:xfrm>
            <a:off x="476957" y="5324475"/>
            <a:ext cx="6866818" cy="447119"/>
          </a:xfrm>
          <a:prstGeom prst="rect">
            <a:avLst/>
          </a:prstGeom>
        </p:spPr>
        <p:txBody>
          <a:bodyPr anchor="b" anchorCtr="0">
            <a:normAutofit/>
          </a:bodyPr>
          <a:lstStyle>
            <a:lvl1pPr marL="0" indent="0">
              <a:buNone/>
              <a:defRPr sz="1800" b="0" baseline="0">
                <a:solidFill>
                  <a:srgbClr val="2A3651"/>
                </a:solidFill>
                <a:latin typeface="Calibri Light" panose="020F0302020204030204" pitchFamily="34" charset="0"/>
                <a:cs typeface="Calibri Light" panose="020F0302020204030204" pitchFamily="34" charset="0"/>
              </a:defRPr>
            </a:lvl1pPr>
          </a:lstStyle>
          <a:p>
            <a:pPr lvl="0"/>
            <a:r>
              <a:rPr lang="nl-NL"/>
              <a:t>Click </a:t>
            </a:r>
            <a:r>
              <a:rPr lang="nl-NL" err="1"/>
              <a:t>to</a:t>
            </a:r>
            <a:r>
              <a:rPr lang="nl-NL"/>
              <a:t> </a:t>
            </a:r>
            <a:r>
              <a:rPr lang="nl-NL" err="1"/>
              <a:t>add</a:t>
            </a:r>
            <a:r>
              <a:rPr lang="nl-NL"/>
              <a:t> </a:t>
            </a:r>
            <a:r>
              <a:rPr lang="nl-NL" err="1"/>
              <a:t>title</a:t>
            </a:r>
            <a:endParaRPr lang="nl-NL"/>
          </a:p>
        </p:txBody>
      </p:sp>
      <p:sp>
        <p:nvSpPr>
          <p:cNvPr id="12" name="Text Placeholder 11"/>
          <p:cNvSpPr>
            <a:spLocks noGrp="1"/>
          </p:cNvSpPr>
          <p:nvPr>
            <p:ph type="body" sz="quarter" idx="11" hasCustomPrompt="1"/>
          </p:nvPr>
        </p:nvSpPr>
        <p:spPr>
          <a:xfrm>
            <a:off x="476250" y="5841161"/>
            <a:ext cx="6867525" cy="320675"/>
          </a:xfrm>
          <a:prstGeom prst="rect">
            <a:avLst/>
          </a:prstGeom>
        </p:spPr>
        <p:txBody>
          <a:bodyPr/>
          <a:lstStyle>
            <a:lvl1pPr marL="0" indent="0">
              <a:buNone/>
              <a:defRPr sz="1400" b="0" baseline="0">
                <a:solidFill>
                  <a:srgbClr val="2A3651"/>
                </a:solidFill>
                <a:latin typeface="Calibri Light" panose="020F0302020204030204" pitchFamily="34" charset="0"/>
                <a:cs typeface="Calibri Light" panose="020F0302020204030204" pitchFamily="34" charset="0"/>
              </a:defRPr>
            </a:lvl1pPr>
          </a:lstStyle>
          <a:p>
            <a:pPr lvl="0"/>
            <a:r>
              <a:rPr lang="nl-NL"/>
              <a:t>Click </a:t>
            </a:r>
            <a:r>
              <a:rPr lang="nl-NL" err="1"/>
              <a:t>to</a:t>
            </a:r>
            <a:r>
              <a:rPr lang="nl-NL"/>
              <a:t> </a:t>
            </a:r>
            <a:r>
              <a:rPr lang="nl-NL" err="1"/>
              <a:t>add</a:t>
            </a:r>
            <a:r>
              <a:rPr lang="nl-NL"/>
              <a:t> </a:t>
            </a:r>
            <a:r>
              <a:rPr lang="nl-NL" err="1"/>
              <a:t>text</a:t>
            </a:r>
            <a:endParaRPr lang="nl-NL"/>
          </a:p>
        </p:txBody>
      </p:sp>
      <p:cxnSp>
        <p:nvCxnSpPr>
          <p:cNvPr id="7" name="Straight Connector 6"/>
          <p:cNvCxnSpPr/>
          <p:nvPr userDrawn="1"/>
        </p:nvCxnSpPr>
        <p:spPr>
          <a:xfrm>
            <a:off x="340316" y="1224000"/>
            <a:ext cx="848745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Content Placeholder 12"/>
          <p:cNvSpPr>
            <a:spLocks noGrp="1"/>
          </p:cNvSpPr>
          <p:nvPr>
            <p:ph sz="quarter" idx="12"/>
          </p:nvPr>
        </p:nvSpPr>
        <p:spPr>
          <a:xfrm>
            <a:off x="3640932" y="2785269"/>
            <a:ext cx="1862137" cy="1287462"/>
          </a:xfrm>
        </p:spPr>
        <p:txBody>
          <a:bodyPr/>
          <a:lstStyle>
            <a:lvl1pPr>
              <a:defRPr b="0"/>
            </a:lvl1pPr>
          </a:lstStyle>
          <a:p>
            <a:pPr lvl="0"/>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a:p>
            <a:pPr lvl="3"/>
            <a:r>
              <a:rPr lang="nl-NL" err="1"/>
              <a:t>Fourth</a:t>
            </a:r>
            <a:r>
              <a:rPr lang="nl-NL"/>
              <a:t> level</a:t>
            </a:r>
          </a:p>
          <a:p>
            <a:pPr lvl="4"/>
            <a:r>
              <a:rPr lang="nl-NL" err="1"/>
              <a:t>Fifth</a:t>
            </a:r>
            <a:r>
              <a:rPr lang="nl-NL"/>
              <a:t> level</a:t>
            </a:r>
          </a:p>
        </p:txBody>
      </p:sp>
      <p:sp>
        <p:nvSpPr>
          <p:cNvPr id="2" name="Rectangle 1">
            <a:extLst>
              <a:ext uri="{FF2B5EF4-FFF2-40B4-BE49-F238E27FC236}">
                <a16:creationId xmlns:a16="http://schemas.microsoft.com/office/drawing/2014/main" id="{EC268F7E-4FBC-4C81-852B-BE06F8BF0FFF}"/>
              </a:ext>
            </a:extLst>
          </p:cNvPr>
          <p:cNvSpPr/>
          <p:nvPr userDrawn="1"/>
        </p:nvSpPr>
        <p:spPr>
          <a:xfrm>
            <a:off x="7886700" y="6375400"/>
            <a:ext cx="1257300" cy="4825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err="1">
              <a:solidFill>
                <a:schemeClr val="tx1"/>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502786082"/>
      </p:ext>
    </p:extLst>
  </p:cSld>
  <p:clrMapOvr>
    <a:masterClrMapping/>
  </p:clrMapOvr>
  <p:extLst>
    <p:ext uri="{DCECCB84-F9BA-43D5-87BE-67443E8EF086}">
      <p15:sldGuideLst xmlns:p15="http://schemas.microsoft.com/office/powerpoint/2012/main">
        <p15:guide id="1" orient="horz" pos="4224">
          <p15:clr>
            <a:srgbClr val="FBAE40"/>
          </p15:clr>
        </p15:guide>
        <p15:guide id="2" pos="29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1353420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01" name="think-cell Slide" r:id="rId4" imgW="306" imgH="306" progId="TCLayout.ActiveDocument.1">
                  <p:embed/>
                </p:oleObj>
              </mc:Choice>
              <mc:Fallback>
                <p:oleObj name="think-cell Slide" r:id="rId4" imgW="306" imgH="306"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idx="1"/>
          </p:nvPr>
        </p:nvSpPr>
        <p:spPr>
          <a:xfrm>
            <a:off x="468313" y="1520825"/>
            <a:ext cx="8047038" cy="4656138"/>
          </a:xfrm>
        </p:spPr>
        <p:txBody>
          <a:bodyPr vert="horz" lIns="91440" tIns="45720" rIns="91440" bIns="45720" rtlCol="0">
            <a:normAutofit/>
          </a:bodyPr>
          <a:lstStyle>
            <a:lvl1pPr>
              <a:spcBef>
                <a:spcPts val="24"/>
              </a:spcBef>
              <a:defRPr lang="en-US" sz="1200" b="1" dirty="0" smtClean="0"/>
            </a:lvl1pPr>
            <a:lvl2pPr>
              <a:defRPr lang="en-US" sz="1200" dirty="0" smtClean="0"/>
            </a:lvl2pPr>
            <a:lvl3pPr>
              <a:defRPr lang="en-US" sz="1200" dirty="0" smtClean="0"/>
            </a:lvl3pPr>
            <a:lvl4pPr>
              <a:defRPr lang="en-US" sz="1600" dirty="0" smtClean="0"/>
            </a:lvl4pPr>
            <a:lvl5pPr>
              <a:defRPr lang="en-US" sz="1600" dirty="0"/>
            </a:lvl5pPr>
          </a:lstStyle>
          <a:p>
            <a:pPr lvl="0"/>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p:txBody>
      </p:sp>
      <p:sp>
        <p:nvSpPr>
          <p:cNvPr id="7" name="Footer Placeholder 6"/>
          <p:cNvSpPr>
            <a:spLocks noGrp="1"/>
          </p:cNvSpPr>
          <p:nvPr>
            <p:ph type="ftr" sz="quarter" idx="10"/>
          </p:nvPr>
        </p:nvSpPr>
        <p:spPr/>
        <p:txBody>
          <a:bodyPr vert="horz" lIns="91440" tIns="45720" rIns="91440" bIns="45720" rtlCol="0" anchor="ctr"/>
          <a:lstStyle>
            <a:lvl1pPr>
              <a:defRPr lang="en-US" dirty="0"/>
            </a:lvl1pPr>
          </a:lstStyle>
          <a:p>
            <a:endParaRPr lang="nl-NL"/>
          </a:p>
        </p:txBody>
      </p:sp>
      <p:sp>
        <p:nvSpPr>
          <p:cNvPr id="8" name="Slide Number Placeholder 7"/>
          <p:cNvSpPr>
            <a:spLocks noGrp="1"/>
          </p:cNvSpPr>
          <p:nvPr>
            <p:ph type="sldNum" sz="quarter" idx="11"/>
          </p:nvPr>
        </p:nvSpPr>
        <p:spPr/>
        <p:txBody>
          <a:bodyPr/>
          <a:lstStyle/>
          <a:p>
            <a:fld id="{3131893D-A0E0-4BEF-8FC1-EE1E60E7E04A}" type="slidenum">
              <a:rPr lang="nl-NL" smtClean="0"/>
              <a:t>‹#›</a:t>
            </a:fld>
            <a:endParaRPr lang="nl-NL"/>
          </a:p>
        </p:txBody>
      </p:sp>
      <p:sp>
        <p:nvSpPr>
          <p:cNvPr id="2" name="Title 1"/>
          <p:cNvSpPr>
            <a:spLocks noGrp="1"/>
          </p:cNvSpPr>
          <p:nvPr>
            <p:ph type="title"/>
          </p:nvPr>
        </p:nvSpPr>
        <p:spPr/>
        <p:txBody>
          <a:bodyPr>
            <a:normAutofit/>
          </a:bodyPr>
          <a:lstStyle>
            <a:lvl1pPr>
              <a:defRPr sz="1800" b="0"/>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5" name="Text Placeholder 4"/>
          <p:cNvSpPr>
            <a:spLocks noGrp="1"/>
          </p:cNvSpPr>
          <p:nvPr>
            <p:ph type="body" sz="quarter" idx="12"/>
          </p:nvPr>
        </p:nvSpPr>
        <p:spPr>
          <a:xfrm>
            <a:off x="468313" y="801688"/>
            <a:ext cx="8047037" cy="307777"/>
          </a:xfrm>
        </p:spPr>
        <p:txBody>
          <a:bodyPr>
            <a:spAutoFit/>
          </a:bodyPr>
          <a:lstStyle>
            <a:lvl1pPr>
              <a:defRPr sz="1400" b="0" i="1"/>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69882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2325915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5" name="think-cell Slide" r:id="rId4" imgW="360" imgH="360" progId="TCLayout.ActiveDocument.1">
                  <p:embed/>
                </p:oleObj>
              </mc:Choice>
              <mc:Fallback>
                <p:oleObj name="think-cell Slide" r:id="rId4" imgW="360" imgH="36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Slide Number Placeholder 6"/>
          <p:cNvSpPr>
            <a:spLocks noGrp="1"/>
          </p:cNvSpPr>
          <p:nvPr>
            <p:ph type="sldNum" sz="quarter" idx="11"/>
          </p:nvPr>
        </p:nvSpPr>
        <p:spPr/>
        <p:txBody>
          <a:bodyPr/>
          <a:lstStyle/>
          <a:p>
            <a:fld id="{3131893D-A0E0-4BEF-8FC1-EE1E60E7E04A}" type="slidenum">
              <a:rPr lang="nl-NL" smtClean="0"/>
              <a:t>‹#›</a:t>
            </a:fld>
            <a:endParaRPr lang="nl-NL"/>
          </a:p>
        </p:txBody>
      </p:sp>
      <p:sp>
        <p:nvSpPr>
          <p:cNvPr id="2" name="Title 1"/>
          <p:cNvSpPr>
            <a:spLocks noGrp="1"/>
          </p:cNvSpPr>
          <p:nvPr>
            <p:ph type="title"/>
          </p:nvPr>
        </p:nvSpPr>
        <p:spPr/>
        <p:txBody>
          <a:body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5"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6" name="Text Placeholder 4"/>
          <p:cNvSpPr>
            <a:spLocks noGrp="1"/>
          </p:cNvSpPr>
          <p:nvPr>
            <p:ph type="body" sz="quarter" idx="12"/>
          </p:nvPr>
        </p:nvSpPr>
        <p:spPr>
          <a:xfrm>
            <a:off x="468313" y="801688"/>
            <a:ext cx="8047037" cy="307777"/>
          </a:xfrm>
        </p:spPr>
        <p:txBody>
          <a:bodyPr>
            <a:spAutoFit/>
          </a:bodyPr>
          <a:lstStyle>
            <a:lvl1pPr>
              <a:defRPr sz="1400" b="0" i="1"/>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166887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ext columns 2">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10D8324A-4697-4447-9B55-88827F1A8AD3}"/>
              </a:ext>
            </a:extLst>
          </p:cNvPr>
          <p:cNvSpPr/>
          <p:nvPr userDrawn="1">
            <p:custDataLst>
              <p:tags r:id="rId2"/>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graphicFrame>
        <p:nvGraphicFramePr>
          <p:cNvPr id="11" name="Object 10" hidden="1">
            <a:extLst>
              <a:ext uri="{FF2B5EF4-FFF2-40B4-BE49-F238E27FC236}">
                <a16:creationId xmlns:a16="http://schemas.microsoft.com/office/drawing/2014/main" id="{6195F268-5B60-47B0-BC4B-9B45E8D74AF7}"/>
              </a:ext>
            </a:extLst>
          </p:cNvPr>
          <p:cNvGraphicFramePr>
            <a:graphicFrameLocks noChangeAspect="1"/>
          </p:cNvGraphicFramePr>
          <p:nvPr userDrawn="1">
            <p:custDataLst>
              <p:tags r:id="rId3"/>
            </p:custDataLst>
            <p:extLst>
              <p:ext uri="{D42A27DB-BD31-4B8C-83A1-F6EECF244321}">
                <p14:modId xmlns:p14="http://schemas.microsoft.com/office/powerpoint/2010/main" val="2133924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9" name="think-cell Slide" r:id="rId6" imgW="294" imgH="294" progId="TCLayout.ActiveDocument.1">
                  <p:embed/>
                </p:oleObj>
              </mc:Choice>
              <mc:Fallback>
                <p:oleObj name="think-cell Slide" r:id="rId6" imgW="294" imgH="294" progId="TCLayout.ActiveDocument.1">
                  <p:embed/>
                  <p:pic>
                    <p:nvPicPr>
                      <p:cNvPr id="11" name="Object 10" hidden="1">
                        <a:extLst>
                          <a:ext uri="{FF2B5EF4-FFF2-40B4-BE49-F238E27FC236}">
                            <a16:creationId xmlns:a16="http://schemas.microsoft.com/office/drawing/2014/main" id="{6195F268-5B60-47B0-BC4B-9B45E8D74AF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B7D0C6-3BFF-4C0C-B104-8D517E1B6A2E}"/>
              </a:ext>
            </a:extLst>
          </p:cNvPr>
          <p:cNvSpPr/>
          <p:nvPr userDrawn="1">
            <p:custDataLst>
              <p:tags r:id="rId4"/>
            </p:custDataLst>
          </p:nvPr>
        </p:nvSpPr>
        <p:spPr>
          <a:xfrm>
            <a:off x="0" y="0"/>
            <a:ext cx="158750" cy="158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nl-NL" sz="2000" b="0" i="0" baseline="0" err="1">
              <a:solidFill>
                <a:schemeClr val="tx1"/>
              </a:solidFill>
              <a:latin typeface="Calibri Light" panose="020F0302020204030204" pitchFamily="34" charset="0"/>
              <a:ea typeface="+mj-ea"/>
              <a:cs typeface="Calibri Light" panose="020F0302020204030204" pitchFamily="34" charset="0"/>
              <a:sym typeface="Calibri Light" panose="020F0302020204030204" pitchFamily="34" charset="0"/>
            </a:endParaRPr>
          </a:p>
        </p:txBody>
      </p:sp>
      <p:sp>
        <p:nvSpPr>
          <p:cNvPr id="2" name="Title 1"/>
          <p:cNvSpPr>
            <a:spLocks noGrp="1"/>
          </p:cNvSpPr>
          <p:nvPr>
            <p:ph type="title"/>
          </p:nvPr>
        </p:nvSpPr>
        <p:spPr/>
        <p:txBody>
          <a:body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5" name="Text Placeholder 4"/>
          <p:cNvSpPr>
            <a:spLocks noGrp="1"/>
          </p:cNvSpPr>
          <p:nvPr>
            <p:ph type="body" sz="quarter" idx="12"/>
          </p:nvPr>
        </p:nvSpPr>
        <p:spPr>
          <a:xfrm>
            <a:off x="489902" y="2053166"/>
            <a:ext cx="3963600" cy="4157133"/>
          </a:xfrm>
        </p:spPr>
        <p:txBody>
          <a:bodyPr>
            <a:normAutofit/>
          </a:bodyPr>
          <a:lstStyle>
            <a:lvl1pPr marL="0" indent="0">
              <a:lnSpc>
                <a:spcPct val="100000"/>
              </a:lnSpc>
              <a:spcBef>
                <a:spcPts val="24"/>
              </a:spcBef>
              <a:buFontTx/>
              <a:buNone/>
              <a:defRPr sz="1000" b="1">
                <a:solidFill>
                  <a:srgbClr val="2A3651"/>
                </a:solidFill>
              </a:defRPr>
            </a:lvl1pPr>
            <a:lvl2pPr>
              <a:lnSpc>
                <a:spcPct val="100000"/>
              </a:lnSpc>
              <a:buClr>
                <a:srgbClr val="2A3651"/>
              </a:buClr>
              <a:defRPr sz="1000">
                <a:solidFill>
                  <a:srgbClr val="2A3651"/>
                </a:solidFill>
              </a:defRPr>
            </a:lvl2pPr>
            <a:lvl3pPr>
              <a:lnSpc>
                <a:spcPct val="100000"/>
              </a:lnSpc>
              <a:buClr>
                <a:srgbClr val="2A3651"/>
              </a:buClr>
              <a:defRPr sz="1000">
                <a:solidFill>
                  <a:srgbClr val="2A3651"/>
                </a:solidFill>
              </a:defRPr>
            </a:lvl3pPr>
          </a:lstStyle>
          <a:p>
            <a:pPr lvl="0"/>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p:txBody>
      </p:sp>
      <p:sp>
        <p:nvSpPr>
          <p:cNvPr id="6" name="Text Placeholder 4"/>
          <p:cNvSpPr>
            <a:spLocks noGrp="1"/>
          </p:cNvSpPr>
          <p:nvPr>
            <p:ph type="body" sz="quarter" idx="13"/>
          </p:nvPr>
        </p:nvSpPr>
        <p:spPr>
          <a:xfrm>
            <a:off x="4551750" y="2053166"/>
            <a:ext cx="3963600" cy="4157133"/>
          </a:xfrm>
        </p:spPr>
        <p:txBody>
          <a:bodyPr vert="horz" lIns="91440" tIns="45720" rIns="91440" bIns="45720" rtlCol="0">
            <a:normAutofit/>
          </a:bodyPr>
          <a:lstStyle>
            <a:lvl1pPr>
              <a:defRPr lang="en-US" sz="1000" dirty="0"/>
            </a:lvl1pPr>
            <a:lvl2pPr marL="266700" indent="-266700">
              <a:buClr>
                <a:srgbClr val="2A3651"/>
              </a:buClr>
              <a:defRPr lang="en-US" sz="1000" b="0" i="0" kern="1200" dirty="0">
                <a:solidFill>
                  <a:srgbClr val="2A3651"/>
                </a:solidFill>
                <a:latin typeface="Calibri Light" panose="020F0302020204030204" pitchFamily="34" charset="0"/>
                <a:ea typeface="+mn-ea"/>
                <a:cs typeface="Calibri Light" panose="020F0302020204030204" pitchFamily="34" charset="0"/>
              </a:defRPr>
            </a:lvl2pPr>
            <a:lvl3pPr marL="438150" indent="-171450">
              <a:buClr>
                <a:srgbClr val="2A3651"/>
              </a:buClr>
              <a:defRPr lang="en-US" sz="1000" kern="1200" dirty="0">
                <a:solidFill>
                  <a:srgbClr val="2A3651"/>
                </a:solidFill>
                <a:latin typeface="Calibri Light" panose="020F0302020204030204" pitchFamily="34" charset="0"/>
                <a:ea typeface="+mn-ea"/>
                <a:cs typeface="Calibri Light" panose="020F0302020204030204" pitchFamily="34" charset="0"/>
              </a:defRPr>
            </a:lvl3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7" name="Text Placeholder 4"/>
          <p:cNvSpPr>
            <a:spLocks noGrp="1"/>
          </p:cNvSpPr>
          <p:nvPr>
            <p:ph type="body" sz="quarter" idx="14"/>
          </p:nvPr>
        </p:nvSpPr>
        <p:spPr>
          <a:xfrm>
            <a:off x="489902" y="1585554"/>
            <a:ext cx="39636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sz="1200" dirty="0"/>
            </a:lvl1pPr>
          </a:lstStyle>
          <a:p>
            <a:pPr lvl="0"/>
            <a:r>
              <a:rPr lang="nl-NL" err="1"/>
              <a:t>Edit</a:t>
            </a:r>
            <a:r>
              <a:rPr lang="nl-NL"/>
              <a:t> Master </a:t>
            </a:r>
            <a:r>
              <a:rPr lang="nl-NL" err="1"/>
              <a:t>text</a:t>
            </a:r>
            <a:r>
              <a:rPr lang="nl-NL"/>
              <a:t> </a:t>
            </a:r>
            <a:r>
              <a:rPr lang="nl-NL" err="1"/>
              <a:t>styles</a:t>
            </a:r>
            <a:endParaRPr lang="nl-NL"/>
          </a:p>
        </p:txBody>
      </p:sp>
      <p:sp>
        <p:nvSpPr>
          <p:cNvPr id="8" name="Text Placeholder 4"/>
          <p:cNvSpPr>
            <a:spLocks noGrp="1"/>
          </p:cNvSpPr>
          <p:nvPr>
            <p:ph type="body" sz="quarter" idx="15"/>
          </p:nvPr>
        </p:nvSpPr>
        <p:spPr>
          <a:xfrm>
            <a:off x="4551750" y="1585554"/>
            <a:ext cx="39636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sz="1200" dirty="0"/>
            </a:lvl1pPr>
          </a:lstStyle>
          <a:p>
            <a:pPr lvl="0"/>
            <a:r>
              <a:rPr lang="nl-NL" err="1"/>
              <a:t>Edit</a:t>
            </a:r>
            <a:r>
              <a:rPr lang="nl-NL"/>
              <a:t> Master </a:t>
            </a:r>
            <a:r>
              <a:rPr lang="nl-NL" err="1"/>
              <a:t>text</a:t>
            </a:r>
            <a:r>
              <a:rPr lang="nl-NL"/>
              <a:t> </a:t>
            </a:r>
            <a:r>
              <a:rPr lang="nl-NL" err="1"/>
              <a:t>styles</a:t>
            </a:r>
            <a:endParaRPr lang="nl-NL"/>
          </a:p>
        </p:txBody>
      </p:sp>
      <p:sp>
        <p:nvSpPr>
          <p:cNvPr id="9"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0" name="Text Placeholder 4"/>
          <p:cNvSpPr>
            <a:spLocks noGrp="1"/>
          </p:cNvSpPr>
          <p:nvPr>
            <p:ph type="body" sz="quarter" idx="16"/>
          </p:nvPr>
        </p:nvSpPr>
        <p:spPr>
          <a:xfrm>
            <a:off x="468313" y="801688"/>
            <a:ext cx="8047037" cy="307777"/>
          </a:xfrm>
        </p:spPr>
        <p:txBody>
          <a:bodyPr>
            <a:spAutoFit/>
          </a:bodyPr>
          <a:lstStyle>
            <a:lvl1pPr>
              <a:defRPr sz="1400" b="0" i="1"/>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352509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ext columns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5" name="Text Placeholder 4"/>
          <p:cNvSpPr>
            <a:spLocks noGrp="1"/>
          </p:cNvSpPr>
          <p:nvPr>
            <p:ph type="body" sz="quarter" idx="12"/>
          </p:nvPr>
        </p:nvSpPr>
        <p:spPr>
          <a:xfrm>
            <a:off x="489868" y="2053167"/>
            <a:ext cx="2628000" cy="4147608"/>
          </a:xfrm>
        </p:spPr>
        <p:txBody>
          <a:bodyPr vert="horz" lIns="91440" tIns="45720" rIns="91440" bIns="45720" rtlCol="0">
            <a:normAutofit/>
          </a:bodyPr>
          <a:lstStyle>
            <a:lvl1pPr algn="l" defTabSz="685800" rtl="0" eaLnBrk="1" latinLnBrk="0" hangingPunct="1">
              <a:lnSpc>
                <a:spcPct val="100000"/>
              </a:lnSpc>
              <a:defRPr lang="en-US" sz="1000" b="1" kern="1200" dirty="0">
                <a:solidFill>
                  <a:srgbClr val="2A3651"/>
                </a:solidFill>
                <a:latin typeface="Calibri Light" panose="020F0302020204030204" pitchFamily="34" charset="0"/>
                <a:ea typeface="+mn-ea"/>
                <a:cs typeface="Calibri Light" panose="020F0302020204030204" pitchFamily="34" charset="0"/>
              </a:defRPr>
            </a:lvl1pPr>
            <a:lvl2pPr marL="266700" indent="-266700" algn="l" defTabSz="685800" rtl="0" eaLnBrk="1" latinLnBrk="0" hangingPunct="1">
              <a:lnSpc>
                <a:spcPct val="100000"/>
              </a:lnSpc>
              <a:buClr>
                <a:schemeClr val="tx2"/>
              </a:buClr>
              <a:defRPr lang="en-US" sz="1000" b="0" i="0" kern="1200" dirty="0">
                <a:solidFill>
                  <a:srgbClr val="2A3651"/>
                </a:solidFill>
                <a:latin typeface="Calibri Light" panose="020F0302020204030204" pitchFamily="34" charset="0"/>
                <a:ea typeface="+mn-ea"/>
                <a:cs typeface="Calibri Light" panose="020F0302020204030204" pitchFamily="34" charset="0"/>
              </a:defRPr>
            </a:lvl2pPr>
            <a:lvl3pPr marL="266700" indent="-266700">
              <a:buClr>
                <a:schemeClr val="tx2"/>
              </a:buClr>
              <a:buFont typeface="Arial" panose="020B0604020202020204" pitchFamily="34" charset="0"/>
              <a:buChar char="•"/>
              <a:defRPr lang="en-US" sz="1000" kern="1200" dirty="0">
                <a:solidFill>
                  <a:srgbClr val="2A3651"/>
                </a:solidFill>
                <a:latin typeface="Calibri Light" panose="020F0302020204030204" pitchFamily="34" charset="0"/>
                <a:ea typeface="+mn-ea"/>
                <a:cs typeface="Calibri Light" panose="020F0302020204030204" pitchFamily="34" charset="0"/>
              </a:defRPr>
            </a:lvl3pPr>
          </a:lstStyle>
          <a:p>
            <a:pPr marL="0" lvl="0" indent="0" algn="l" defTabSz="685800" rtl="0" eaLnBrk="1" latinLnBrk="0" hangingPunct="1">
              <a:lnSpc>
                <a:spcPct val="100000"/>
              </a:lnSpc>
              <a:spcBef>
                <a:spcPts val="24"/>
              </a:spcBef>
              <a:buClr>
                <a:schemeClr val="bg1"/>
              </a:buClr>
              <a:buFontTx/>
              <a:buNone/>
            </a:pPr>
            <a:r>
              <a:rPr lang="nl-NL" err="1"/>
              <a:t>Edit</a:t>
            </a:r>
            <a:r>
              <a:rPr lang="nl-NL"/>
              <a:t> Master </a:t>
            </a:r>
            <a:r>
              <a:rPr lang="nl-NL" err="1"/>
              <a:t>text</a:t>
            </a:r>
            <a:r>
              <a:rPr lang="nl-NL"/>
              <a:t> </a:t>
            </a:r>
            <a:r>
              <a:rPr lang="nl-NL" err="1"/>
              <a:t>styles</a:t>
            </a:r>
            <a:endParaRPr lang="nl-NL"/>
          </a:p>
          <a:p>
            <a:pPr marL="266700" lvl="1" indent="-266700" algn="l" defTabSz="685800" rtl="0" eaLnBrk="1" latinLnBrk="0" hangingPunct="1">
              <a:lnSpc>
                <a:spcPct val="100000"/>
              </a:lnSpc>
              <a:spcBef>
                <a:spcPts val="24"/>
              </a:spcBef>
              <a:buClr>
                <a:srgbClr val="2A3651"/>
              </a:buClr>
              <a:buFontTx/>
              <a:buChar char="•"/>
            </a:pPr>
            <a:r>
              <a:rPr lang="nl-NL"/>
              <a:t>Second level</a:t>
            </a:r>
          </a:p>
          <a:p>
            <a:pPr marL="438150" lvl="2" indent="-171450" algn="l" defTabSz="685800" rtl="0" eaLnBrk="1" latinLnBrk="0" hangingPunct="1">
              <a:lnSpc>
                <a:spcPct val="100000"/>
              </a:lnSpc>
              <a:spcBef>
                <a:spcPts val="24"/>
              </a:spcBef>
              <a:buClr>
                <a:srgbClr val="2A3651"/>
              </a:buClr>
              <a:buFontTx/>
              <a:buChar char="‒"/>
            </a:pPr>
            <a:r>
              <a:rPr lang="nl-NL" err="1"/>
              <a:t>Third</a:t>
            </a:r>
            <a:r>
              <a:rPr lang="nl-NL"/>
              <a:t> level</a:t>
            </a:r>
          </a:p>
        </p:txBody>
      </p:sp>
      <p:sp>
        <p:nvSpPr>
          <p:cNvPr id="6" name="Text Placeholder 4"/>
          <p:cNvSpPr>
            <a:spLocks noGrp="1"/>
          </p:cNvSpPr>
          <p:nvPr>
            <p:ph type="body" sz="quarter" idx="13"/>
          </p:nvPr>
        </p:nvSpPr>
        <p:spPr>
          <a:xfrm>
            <a:off x="3192841" y="2053167"/>
            <a:ext cx="2628000" cy="4147608"/>
          </a:xfrm>
        </p:spPr>
        <p:txBody>
          <a:bodyPr vert="horz" lIns="91440" tIns="45720" rIns="91440" bIns="45720" rtlCol="0">
            <a:normAutofit/>
          </a:bodyPr>
          <a:lstStyle>
            <a:lvl1pPr>
              <a:defRPr lang="en-US" sz="1000"/>
            </a:lvl1pPr>
            <a:lvl2pPr>
              <a:defRPr lang="en-US" sz="1000"/>
            </a:lvl2pPr>
            <a:lvl3pPr marL="438150" indent="-171450">
              <a:defRPr lang="en-US" sz="1000" kern="1200" dirty="0">
                <a:solidFill>
                  <a:srgbClr val="2A3651"/>
                </a:solidFill>
                <a:latin typeface="Calibri Light" panose="020F0302020204030204" pitchFamily="34" charset="0"/>
                <a:ea typeface="+mn-ea"/>
                <a:cs typeface="Calibri Light" panose="020F0302020204030204" pitchFamily="34" charset="0"/>
              </a:defRPr>
            </a:lvl3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7" name="Text Placeholder 4"/>
          <p:cNvSpPr>
            <a:spLocks noGrp="1"/>
          </p:cNvSpPr>
          <p:nvPr>
            <p:ph type="body" sz="quarter" idx="14"/>
          </p:nvPr>
        </p:nvSpPr>
        <p:spPr>
          <a:xfrm>
            <a:off x="489868" y="1582380"/>
            <a:ext cx="262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lvl1pPr>
          </a:lstStyle>
          <a:p>
            <a:pPr lvl="0"/>
            <a:r>
              <a:rPr lang="nl-NL" err="1"/>
              <a:t>Edit</a:t>
            </a:r>
            <a:r>
              <a:rPr lang="nl-NL"/>
              <a:t> Master </a:t>
            </a:r>
            <a:r>
              <a:rPr lang="nl-NL" err="1"/>
              <a:t>text</a:t>
            </a:r>
            <a:r>
              <a:rPr lang="nl-NL"/>
              <a:t> </a:t>
            </a:r>
            <a:r>
              <a:rPr lang="nl-NL" err="1"/>
              <a:t>styles</a:t>
            </a:r>
            <a:endParaRPr lang="nl-NL"/>
          </a:p>
        </p:txBody>
      </p:sp>
      <p:sp>
        <p:nvSpPr>
          <p:cNvPr id="8" name="Text Placeholder 4"/>
          <p:cNvSpPr>
            <a:spLocks noGrp="1"/>
          </p:cNvSpPr>
          <p:nvPr>
            <p:ph type="body" sz="quarter" idx="15"/>
          </p:nvPr>
        </p:nvSpPr>
        <p:spPr>
          <a:xfrm>
            <a:off x="3192841" y="1582380"/>
            <a:ext cx="262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lvl1pPr>
          </a:lstStyle>
          <a:p>
            <a:pPr lvl="0"/>
            <a:r>
              <a:rPr lang="nl-NL" err="1"/>
              <a:t>Edit</a:t>
            </a:r>
            <a:r>
              <a:rPr lang="nl-NL"/>
              <a:t> Master </a:t>
            </a:r>
            <a:r>
              <a:rPr lang="nl-NL" err="1"/>
              <a:t>text</a:t>
            </a:r>
            <a:r>
              <a:rPr lang="nl-NL"/>
              <a:t> </a:t>
            </a:r>
            <a:r>
              <a:rPr lang="nl-NL" err="1"/>
              <a:t>styles</a:t>
            </a:r>
            <a:endParaRPr lang="nl-NL"/>
          </a:p>
        </p:txBody>
      </p:sp>
      <p:sp>
        <p:nvSpPr>
          <p:cNvPr id="9" name="Text Placeholder 4"/>
          <p:cNvSpPr>
            <a:spLocks noGrp="1"/>
          </p:cNvSpPr>
          <p:nvPr>
            <p:ph type="body" sz="quarter" idx="16"/>
          </p:nvPr>
        </p:nvSpPr>
        <p:spPr>
          <a:xfrm>
            <a:off x="5895781" y="2053167"/>
            <a:ext cx="2628000" cy="4147608"/>
          </a:xfrm>
        </p:spPr>
        <p:txBody>
          <a:bodyPr vert="horz" lIns="91440" tIns="45720" rIns="91440" bIns="45720" rtlCol="0">
            <a:normAutofit/>
          </a:bodyPr>
          <a:lstStyle>
            <a:lvl1pPr>
              <a:defRPr lang="en-US" sz="1000"/>
            </a:lvl1pPr>
            <a:lvl2pPr>
              <a:defRPr lang="en-US" sz="1000"/>
            </a:lvl2pPr>
            <a:lvl3pPr marL="438150" indent="-171450">
              <a:defRPr lang="en-US" sz="1000" kern="1200" dirty="0">
                <a:solidFill>
                  <a:srgbClr val="2A3651"/>
                </a:solidFill>
                <a:latin typeface="Calibri Light" panose="020F0302020204030204" pitchFamily="34" charset="0"/>
                <a:ea typeface="+mn-ea"/>
                <a:cs typeface="Calibri Light" panose="020F0302020204030204" pitchFamily="34" charset="0"/>
              </a:defRPr>
            </a:lvl3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0" name="Text Placeholder 4"/>
          <p:cNvSpPr>
            <a:spLocks noGrp="1"/>
          </p:cNvSpPr>
          <p:nvPr>
            <p:ph type="body" sz="quarter" idx="17"/>
          </p:nvPr>
        </p:nvSpPr>
        <p:spPr>
          <a:xfrm>
            <a:off x="5895781" y="1582380"/>
            <a:ext cx="262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11"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2" name="Text Placeholder 4"/>
          <p:cNvSpPr>
            <a:spLocks noGrp="1"/>
          </p:cNvSpPr>
          <p:nvPr>
            <p:ph type="body" sz="quarter" idx="18"/>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3343459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ext columns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5" name="Text Placeholder 4"/>
          <p:cNvSpPr>
            <a:spLocks noGrp="1"/>
          </p:cNvSpPr>
          <p:nvPr>
            <p:ph type="body" sz="quarter" idx="12"/>
          </p:nvPr>
        </p:nvSpPr>
        <p:spPr>
          <a:xfrm>
            <a:off x="489868" y="2192867"/>
            <a:ext cx="1944000" cy="400484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6" name="Text Placeholder 4"/>
          <p:cNvSpPr>
            <a:spLocks noGrp="1"/>
          </p:cNvSpPr>
          <p:nvPr>
            <p:ph type="body" sz="quarter" idx="13"/>
          </p:nvPr>
        </p:nvSpPr>
        <p:spPr>
          <a:xfrm>
            <a:off x="2519861" y="2192866"/>
            <a:ext cx="1944000" cy="4004849"/>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7" name="Text Placeholder 4"/>
          <p:cNvSpPr>
            <a:spLocks noGrp="1"/>
          </p:cNvSpPr>
          <p:nvPr>
            <p:ph type="body" sz="quarter" idx="14"/>
          </p:nvPr>
        </p:nvSpPr>
        <p:spPr>
          <a:xfrm>
            <a:off x="489868" y="1723957"/>
            <a:ext cx="1944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lvl1pPr>
          </a:lstStyle>
          <a:p>
            <a:pPr lvl="0"/>
            <a:r>
              <a:rPr lang="nl-NL" err="1"/>
              <a:t>Edit</a:t>
            </a:r>
            <a:r>
              <a:rPr lang="nl-NL"/>
              <a:t> Master </a:t>
            </a:r>
            <a:r>
              <a:rPr lang="nl-NL" err="1"/>
              <a:t>text</a:t>
            </a:r>
            <a:r>
              <a:rPr lang="nl-NL"/>
              <a:t> </a:t>
            </a:r>
            <a:r>
              <a:rPr lang="nl-NL" err="1"/>
              <a:t>styles</a:t>
            </a:r>
            <a:endParaRPr lang="nl-NL"/>
          </a:p>
        </p:txBody>
      </p:sp>
      <p:sp>
        <p:nvSpPr>
          <p:cNvPr id="8" name="Text Placeholder 4"/>
          <p:cNvSpPr>
            <a:spLocks noGrp="1"/>
          </p:cNvSpPr>
          <p:nvPr>
            <p:ph type="body" sz="quarter" idx="15"/>
          </p:nvPr>
        </p:nvSpPr>
        <p:spPr>
          <a:xfrm>
            <a:off x="2519861" y="1723957"/>
            <a:ext cx="1944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lvl1pPr>
          </a:lstStyle>
          <a:p>
            <a:pPr lvl="0"/>
            <a:r>
              <a:rPr lang="nl-NL" err="1"/>
              <a:t>Edit</a:t>
            </a:r>
            <a:r>
              <a:rPr lang="nl-NL"/>
              <a:t> Master </a:t>
            </a:r>
            <a:r>
              <a:rPr lang="nl-NL" err="1"/>
              <a:t>text</a:t>
            </a:r>
            <a:r>
              <a:rPr lang="nl-NL"/>
              <a:t> </a:t>
            </a:r>
            <a:r>
              <a:rPr lang="nl-NL" err="1"/>
              <a:t>styles</a:t>
            </a:r>
            <a:endParaRPr lang="nl-NL"/>
          </a:p>
        </p:txBody>
      </p:sp>
      <p:sp>
        <p:nvSpPr>
          <p:cNvPr id="9" name="Text Placeholder 4"/>
          <p:cNvSpPr>
            <a:spLocks noGrp="1"/>
          </p:cNvSpPr>
          <p:nvPr>
            <p:ph type="body" sz="quarter" idx="16"/>
          </p:nvPr>
        </p:nvSpPr>
        <p:spPr>
          <a:xfrm>
            <a:off x="4549821" y="2192866"/>
            <a:ext cx="1944000" cy="4004849"/>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0" name="Text Placeholder 4"/>
          <p:cNvSpPr>
            <a:spLocks noGrp="1"/>
          </p:cNvSpPr>
          <p:nvPr>
            <p:ph type="body" sz="quarter" idx="17"/>
          </p:nvPr>
        </p:nvSpPr>
        <p:spPr>
          <a:xfrm>
            <a:off x="4549821" y="1723957"/>
            <a:ext cx="1944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11" name="Text Placeholder 4"/>
          <p:cNvSpPr>
            <a:spLocks noGrp="1"/>
          </p:cNvSpPr>
          <p:nvPr>
            <p:ph type="body" sz="quarter" idx="18"/>
          </p:nvPr>
        </p:nvSpPr>
        <p:spPr>
          <a:xfrm>
            <a:off x="6579781" y="2192866"/>
            <a:ext cx="1944000" cy="4004849"/>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2" name="Text Placeholder 4"/>
          <p:cNvSpPr>
            <a:spLocks noGrp="1"/>
          </p:cNvSpPr>
          <p:nvPr>
            <p:ph type="body" sz="quarter" idx="19"/>
          </p:nvPr>
        </p:nvSpPr>
        <p:spPr>
          <a:xfrm>
            <a:off x="6579781" y="1723957"/>
            <a:ext cx="1944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13"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4" name="Text Placeholder 4"/>
          <p:cNvSpPr>
            <a:spLocks noGrp="1"/>
          </p:cNvSpPr>
          <p:nvPr>
            <p:ph type="body" sz="quarter" idx="20"/>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796470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ext columns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13"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4" name="Text Placeholder 4"/>
          <p:cNvSpPr>
            <a:spLocks noGrp="1"/>
          </p:cNvSpPr>
          <p:nvPr>
            <p:ph type="body" sz="quarter" idx="20"/>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5" name="Text Placeholder 4"/>
          <p:cNvSpPr>
            <a:spLocks noGrp="1"/>
          </p:cNvSpPr>
          <p:nvPr>
            <p:ph type="body" sz="quarter" idx="12"/>
          </p:nvPr>
        </p:nvSpPr>
        <p:spPr>
          <a:xfrm>
            <a:off x="489868" y="2230967"/>
            <a:ext cx="1548000" cy="396833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6" name="Text Placeholder 4"/>
          <p:cNvSpPr>
            <a:spLocks noGrp="1"/>
          </p:cNvSpPr>
          <p:nvPr>
            <p:ph type="body" sz="quarter" idx="13"/>
          </p:nvPr>
        </p:nvSpPr>
        <p:spPr>
          <a:xfrm>
            <a:off x="2111370" y="2230967"/>
            <a:ext cx="1548000" cy="396674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7" name="Text Placeholder 4"/>
          <p:cNvSpPr>
            <a:spLocks noGrp="1"/>
          </p:cNvSpPr>
          <p:nvPr>
            <p:ph type="body" sz="quarter" idx="14"/>
          </p:nvPr>
        </p:nvSpPr>
        <p:spPr>
          <a:xfrm>
            <a:off x="489868" y="1760035"/>
            <a:ext cx="154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8" name="Text Placeholder 4"/>
          <p:cNvSpPr>
            <a:spLocks noGrp="1"/>
          </p:cNvSpPr>
          <p:nvPr>
            <p:ph type="body" sz="quarter" idx="15"/>
          </p:nvPr>
        </p:nvSpPr>
        <p:spPr>
          <a:xfrm>
            <a:off x="2111370" y="1760035"/>
            <a:ext cx="154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dirty="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9" name="Text Placeholder 4"/>
          <p:cNvSpPr>
            <a:spLocks noGrp="1"/>
          </p:cNvSpPr>
          <p:nvPr>
            <p:ph type="body" sz="quarter" idx="16"/>
          </p:nvPr>
        </p:nvSpPr>
        <p:spPr>
          <a:xfrm>
            <a:off x="3732840" y="2230967"/>
            <a:ext cx="1548000" cy="396674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20" name="Text Placeholder 4"/>
          <p:cNvSpPr>
            <a:spLocks noGrp="1"/>
          </p:cNvSpPr>
          <p:nvPr>
            <p:ph type="body" sz="quarter" idx="17"/>
          </p:nvPr>
        </p:nvSpPr>
        <p:spPr>
          <a:xfrm>
            <a:off x="3732840" y="1760035"/>
            <a:ext cx="154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21" name="Text Placeholder 4"/>
          <p:cNvSpPr>
            <a:spLocks noGrp="1"/>
          </p:cNvSpPr>
          <p:nvPr>
            <p:ph type="body" sz="quarter" idx="18"/>
          </p:nvPr>
        </p:nvSpPr>
        <p:spPr>
          <a:xfrm>
            <a:off x="5354310" y="2230967"/>
            <a:ext cx="1548000" cy="396674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22" name="Text Placeholder 4"/>
          <p:cNvSpPr>
            <a:spLocks noGrp="1"/>
          </p:cNvSpPr>
          <p:nvPr>
            <p:ph type="body" sz="quarter" idx="19"/>
          </p:nvPr>
        </p:nvSpPr>
        <p:spPr>
          <a:xfrm>
            <a:off x="5354310" y="1760035"/>
            <a:ext cx="154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23" name="Text Placeholder 4"/>
          <p:cNvSpPr>
            <a:spLocks noGrp="1"/>
          </p:cNvSpPr>
          <p:nvPr>
            <p:ph type="body" sz="quarter" idx="21"/>
          </p:nvPr>
        </p:nvSpPr>
        <p:spPr>
          <a:xfrm>
            <a:off x="6975781" y="2230967"/>
            <a:ext cx="1548000" cy="3966748"/>
          </a:xfrm>
        </p:spPr>
        <p:txBody>
          <a:bodyPr vert="horz" lIns="91440" tIns="45720" rIns="91440" bIns="45720" rtlCol="0">
            <a:norm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24" name="Text Placeholder 4"/>
          <p:cNvSpPr>
            <a:spLocks noGrp="1"/>
          </p:cNvSpPr>
          <p:nvPr>
            <p:ph type="body" sz="quarter" idx="22"/>
          </p:nvPr>
        </p:nvSpPr>
        <p:spPr>
          <a:xfrm>
            <a:off x="6975781" y="1760035"/>
            <a:ext cx="15480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313968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ext columns 5 strip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73" name="think-cell Slide" r:id="rId4" imgW="345" imgH="343" progId="TCLayout.ActiveDocument.1">
                  <p:embed/>
                </p:oleObj>
              </mc:Choice>
              <mc:Fallback>
                <p:oleObj name="think-cell Slide" r:id="rId4" imgW="345" imgH="343"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3" name="Rectangle 42"/>
          <p:cNvSpPr/>
          <p:nvPr userDrawn="1"/>
        </p:nvSpPr>
        <p:spPr bwMode="gray">
          <a:xfrm rot="16200000">
            <a:off x="4046142" y="1568541"/>
            <a:ext cx="921369" cy="8033916"/>
          </a:xfrm>
          <a:prstGeom prst="rect">
            <a:avLst/>
          </a:prstGeom>
          <a:solidFill>
            <a:schemeClr val="bg2"/>
          </a:solidFill>
          <a:ln w="9525" algn="ctr">
            <a:noFill/>
            <a:prstDash val="dash"/>
            <a:miter lim="800000"/>
            <a:headEnd/>
            <a:tailEnd/>
          </a:ln>
        </p:spPr>
        <p:txBody>
          <a:bodyPr rtlCol="0" anchor="ctr" anchorCtr="1"/>
          <a:lstStyle/>
          <a:p>
            <a:pPr algn="ctr" eaLnBrk="0" fontAlgn="base" hangingPunct="0">
              <a:lnSpc>
                <a:spcPct val="100000"/>
              </a:lnSpc>
              <a:spcBef>
                <a:spcPct val="0"/>
              </a:spcBef>
              <a:spcAft>
                <a:spcPct val="0"/>
              </a:spcAft>
            </a:pPr>
            <a:endParaRPr lang="nl-NL" sz="1600" b="1">
              <a:solidFill>
                <a:schemeClr val="tx2"/>
              </a:solidFill>
              <a:latin typeface="Arial" pitchFamily="34" charset="0"/>
              <a:cs typeface="Arial" pitchFamily="34" charset="0"/>
            </a:endParaRPr>
          </a:p>
        </p:txBody>
      </p:sp>
      <p:sp>
        <p:nvSpPr>
          <p:cNvPr id="7" name="Slide Number Placeholder 6"/>
          <p:cNvSpPr>
            <a:spLocks noGrp="1"/>
          </p:cNvSpPr>
          <p:nvPr>
            <p:ph type="sldNum" sz="quarter" idx="11"/>
          </p:nvPr>
        </p:nvSpPr>
        <p:spPr/>
        <p:txBody>
          <a:bodyPr/>
          <a:lstStyle/>
          <a:p>
            <a:fld id="{3131893D-A0E0-4BEF-8FC1-EE1E60E7E04A}" type="slidenum">
              <a:rPr lang="nl-NL" smtClean="0"/>
              <a:t>‹#›</a:t>
            </a:fld>
            <a:endParaRPr lang="nl-NL"/>
          </a:p>
        </p:txBody>
      </p:sp>
      <p:sp>
        <p:nvSpPr>
          <p:cNvPr id="14" name="Text Placeholder 4"/>
          <p:cNvSpPr>
            <a:spLocks noGrp="1"/>
          </p:cNvSpPr>
          <p:nvPr>
            <p:ph type="body" sz="quarter" idx="12"/>
          </p:nvPr>
        </p:nvSpPr>
        <p:spPr>
          <a:xfrm>
            <a:off x="489868" y="2230967"/>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5" name="Text Placeholder 4"/>
          <p:cNvSpPr>
            <a:spLocks noGrp="1"/>
          </p:cNvSpPr>
          <p:nvPr>
            <p:ph type="body" sz="quarter" idx="13"/>
          </p:nvPr>
        </p:nvSpPr>
        <p:spPr>
          <a:xfrm>
            <a:off x="2111370" y="2230967"/>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6" name="Text Placeholder 4"/>
          <p:cNvSpPr>
            <a:spLocks noGrp="1"/>
          </p:cNvSpPr>
          <p:nvPr>
            <p:ph type="body" sz="quarter" idx="14"/>
          </p:nvPr>
        </p:nvSpPr>
        <p:spPr>
          <a:xfrm>
            <a:off x="489868" y="1760035"/>
            <a:ext cx="1548000" cy="369332"/>
          </a:xfrm>
          <a:solidFill>
            <a:schemeClr val="bg1"/>
          </a:solidFill>
          <a:ln w="9525">
            <a:noFill/>
            <a:miter lim="800000"/>
            <a:headEnd/>
            <a:tailEnd/>
          </a:ln>
          <a:effectLst>
            <a:outerShdw dist="12700" dir="5400000" sx="99000" sy="99000" algn="ctr" rotWithShape="0">
              <a:schemeClr val="tx2"/>
            </a:outerShdw>
          </a:effectLst>
        </p:spPr>
        <p:txBody>
          <a:bodyPr vert="horz" lIns="91440" tIns="91440" rIns="91440" bIns="91440" rtlCol="0" anchor="b">
            <a:spAutoFit/>
          </a:bodyPr>
          <a:lstStyle>
            <a:lvl1pPr>
              <a:defRPr lang="en-US" sz="1200" dirty="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7" name="Text Placeholder 4"/>
          <p:cNvSpPr>
            <a:spLocks noGrp="1"/>
          </p:cNvSpPr>
          <p:nvPr>
            <p:ph type="body" sz="quarter" idx="15"/>
          </p:nvPr>
        </p:nvSpPr>
        <p:spPr>
          <a:xfrm>
            <a:off x="2111370" y="1760035"/>
            <a:ext cx="1548000" cy="369332"/>
          </a:xfrm>
          <a:solidFill>
            <a:schemeClr val="bg1"/>
          </a:solidFill>
          <a:ln w="9525">
            <a:noFill/>
            <a:miter lim="800000"/>
            <a:headEnd/>
            <a:tailEnd/>
          </a:ln>
          <a:effectLst>
            <a:outerShdw dist="12700" dir="5400000" sx="99000" sy="99000" algn="ctr" rotWithShape="0">
              <a:schemeClr val="tx2"/>
            </a:outerShdw>
          </a:effectLst>
        </p:spPr>
        <p:txBody>
          <a:bodyPr vert="horz" lIns="91440" tIns="91440" rIns="91440" bIns="91440" rtlCol="0" anchor="b">
            <a:spAutoFit/>
          </a:bodyPr>
          <a:lstStyle>
            <a:lvl1pPr>
              <a:defRPr lang="en-US" dirty="0"/>
            </a:lvl1pPr>
          </a:lstStyle>
          <a:p>
            <a:pPr lvl="0"/>
            <a:r>
              <a:rPr lang="nl-NL" err="1"/>
              <a:t>Edit</a:t>
            </a:r>
            <a:r>
              <a:rPr lang="nl-NL"/>
              <a:t> Master </a:t>
            </a:r>
            <a:r>
              <a:rPr lang="nl-NL" err="1"/>
              <a:t>text</a:t>
            </a:r>
            <a:r>
              <a:rPr lang="nl-NL"/>
              <a:t> </a:t>
            </a:r>
            <a:r>
              <a:rPr lang="nl-NL" err="1"/>
              <a:t>styles</a:t>
            </a:r>
            <a:endParaRPr lang="nl-NL"/>
          </a:p>
        </p:txBody>
      </p:sp>
      <p:sp>
        <p:nvSpPr>
          <p:cNvPr id="18" name="Text Placeholder 4"/>
          <p:cNvSpPr>
            <a:spLocks noGrp="1"/>
          </p:cNvSpPr>
          <p:nvPr>
            <p:ph type="body" sz="quarter" idx="16"/>
          </p:nvPr>
        </p:nvSpPr>
        <p:spPr>
          <a:xfrm>
            <a:off x="3732840" y="2230967"/>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9" name="Text Placeholder 4"/>
          <p:cNvSpPr>
            <a:spLocks noGrp="1"/>
          </p:cNvSpPr>
          <p:nvPr>
            <p:ph type="body" sz="quarter" idx="17"/>
          </p:nvPr>
        </p:nvSpPr>
        <p:spPr>
          <a:xfrm>
            <a:off x="3732840" y="1760035"/>
            <a:ext cx="1548000" cy="369332"/>
          </a:xfrm>
          <a:solidFill>
            <a:schemeClr val="bg1"/>
          </a:solidFill>
          <a:ln w="9525">
            <a:noFill/>
            <a:miter lim="800000"/>
            <a:headEnd/>
            <a:tailEnd/>
          </a:ln>
          <a:effectLst>
            <a:outerShdw dist="12700" dir="5400000" sx="99000" sy="99000" algn="ctr" rotWithShape="0">
              <a:schemeClr val="tx2"/>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20" name="Text Placeholder 4"/>
          <p:cNvSpPr>
            <a:spLocks noGrp="1"/>
          </p:cNvSpPr>
          <p:nvPr>
            <p:ph type="body" sz="quarter" idx="18"/>
          </p:nvPr>
        </p:nvSpPr>
        <p:spPr>
          <a:xfrm>
            <a:off x="5354310" y="2230967"/>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21" name="Text Placeholder 4"/>
          <p:cNvSpPr>
            <a:spLocks noGrp="1"/>
          </p:cNvSpPr>
          <p:nvPr>
            <p:ph type="body" sz="quarter" idx="19"/>
          </p:nvPr>
        </p:nvSpPr>
        <p:spPr>
          <a:xfrm>
            <a:off x="5354310" y="1760035"/>
            <a:ext cx="1548000" cy="369332"/>
          </a:xfrm>
          <a:solidFill>
            <a:schemeClr val="bg1"/>
          </a:solidFill>
          <a:ln w="9525">
            <a:noFill/>
            <a:miter lim="800000"/>
            <a:headEnd/>
            <a:tailEnd/>
          </a:ln>
          <a:effectLst>
            <a:outerShdw dist="12700" dir="5400000" sx="99000" sy="99000" algn="ctr" rotWithShape="0">
              <a:schemeClr val="tx2"/>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22" name="Text Placeholder 4"/>
          <p:cNvSpPr>
            <a:spLocks noGrp="1"/>
          </p:cNvSpPr>
          <p:nvPr>
            <p:ph type="body" sz="quarter" idx="20"/>
          </p:nvPr>
        </p:nvSpPr>
        <p:spPr>
          <a:xfrm>
            <a:off x="6975781" y="2230967"/>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23" name="Text Placeholder 4"/>
          <p:cNvSpPr>
            <a:spLocks noGrp="1"/>
          </p:cNvSpPr>
          <p:nvPr>
            <p:ph type="body" sz="quarter" idx="21"/>
          </p:nvPr>
        </p:nvSpPr>
        <p:spPr>
          <a:xfrm>
            <a:off x="6975781" y="1760035"/>
            <a:ext cx="1548000" cy="369332"/>
          </a:xfrm>
          <a:solidFill>
            <a:schemeClr val="bg1"/>
          </a:solidFill>
          <a:ln w="9525">
            <a:noFill/>
            <a:miter lim="800000"/>
            <a:headEnd/>
            <a:tailEnd/>
          </a:ln>
          <a:effectLst>
            <a:outerShdw dist="12700" dir="5400000" sx="99000" sy="99000" algn="ctr" rotWithShape="0">
              <a:schemeClr val="tx2"/>
            </a:outerShdw>
          </a:effectLst>
        </p:spPr>
        <p:txBody>
          <a:bodyPr vert="horz" lIns="91440" tIns="91440" rIns="91440" bIns="91440" rtlCol="0" anchor="b">
            <a:spAutoFit/>
          </a:bodyPr>
          <a:lstStyle>
            <a:lvl1pPr>
              <a:defRPr lang="en-US"/>
            </a:lvl1pPr>
          </a:lstStyle>
          <a:p>
            <a:pPr lvl="0"/>
            <a:r>
              <a:rPr lang="nl-NL" err="1"/>
              <a:t>Edit</a:t>
            </a:r>
            <a:r>
              <a:rPr lang="nl-NL"/>
              <a:t> Master </a:t>
            </a:r>
            <a:r>
              <a:rPr lang="nl-NL" err="1"/>
              <a:t>text</a:t>
            </a:r>
            <a:r>
              <a:rPr lang="nl-NL"/>
              <a:t> </a:t>
            </a:r>
            <a:r>
              <a:rPr lang="nl-NL" err="1"/>
              <a:t>styles</a:t>
            </a:r>
            <a:endParaRPr lang="nl-NL"/>
          </a:p>
        </p:txBody>
      </p:sp>
      <p:sp>
        <p:nvSpPr>
          <p:cNvPr id="27" name="Rectangle 26"/>
          <p:cNvSpPr/>
          <p:nvPr userDrawn="1"/>
        </p:nvSpPr>
        <p:spPr bwMode="gray">
          <a:xfrm rot="16200000">
            <a:off x="4046142" y="-359195"/>
            <a:ext cx="921369" cy="8033917"/>
          </a:xfrm>
          <a:prstGeom prst="rect">
            <a:avLst/>
          </a:prstGeom>
          <a:solidFill>
            <a:schemeClr val="bg2"/>
          </a:solidFill>
          <a:ln w="9525" algn="ctr">
            <a:noFill/>
            <a:prstDash val="dash"/>
            <a:miter lim="800000"/>
            <a:headEnd/>
            <a:tailEnd/>
          </a:ln>
        </p:spPr>
        <p:txBody>
          <a:bodyPr rtlCol="0" anchor="ctr" anchorCtr="1"/>
          <a:lstStyle/>
          <a:p>
            <a:pPr algn="ctr" eaLnBrk="0" fontAlgn="base" hangingPunct="0">
              <a:lnSpc>
                <a:spcPct val="100000"/>
              </a:lnSpc>
              <a:spcBef>
                <a:spcPct val="0"/>
              </a:spcBef>
              <a:spcAft>
                <a:spcPct val="0"/>
              </a:spcAft>
            </a:pPr>
            <a:endParaRPr lang="nl-NL" sz="1600" b="1">
              <a:solidFill>
                <a:schemeClr val="tx2"/>
              </a:solidFill>
              <a:latin typeface="Arial" pitchFamily="34" charset="0"/>
              <a:cs typeface="Arial" pitchFamily="34" charset="0"/>
            </a:endParaRPr>
          </a:p>
        </p:txBody>
      </p:sp>
      <p:sp>
        <p:nvSpPr>
          <p:cNvPr id="29" name="Text Placeholder 4"/>
          <p:cNvSpPr>
            <a:spLocks noGrp="1"/>
          </p:cNvSpPr>
          <p:nvPr>
            <p:ph type="body" sz="quarter" idx="23"/>
          </p:nvPr>
        </p:nvSpPr>
        <p:spPr>
          <a:xfrm>
            <a:off x="2111370" y="3195583"/>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0" name="Text Placeholder 4"/>
          <p:cNvSpPr>
            <a:spLocks noGrp="1"/>
          </p:cNvSpPr>
          <p:nvPr>
            <p:ph type="body" sz="quarter" idx="24"/>
          </p:nvPr>
        </p:nvSpPr>
        <p:spPr>
          <a:xfrm>
            <a:off x="3732840" y="3195583"/>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1" name="Text Placeholder 4"/>
          <p:cNvSpPr>
            <a:spLocks noGrp="1"/>
          </p:cNvSpPr>
          <p:nvPr>
            <p:ph type="body" sz="quarter" idx="25"/>
          </p:nvPr>
        </p:nvSpPr>
        <p:spPr>
          <a:xfrm>
            <a:off x="5354310" y="3195583"/>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2" name="Text Placeholder 4"/>
          <p:cNvSpPr>
            <a:spLocks noGrp="1"/>
          </p:cNvSpPr>
          <p:nvPr>
            <p:ph type="body" sz="quarter" idx="26"/>
          </p:nvPr>
        </p:nvSpPr>
        <p:spPr>
          <a:xfrm>
            <a:off x="6975781" y="3195583"/>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3" name="Text Placeholder 4"/>
          <p:cNvSpPr>
            <a:spLocks noGrp="1"/>
          </p:cNvSpPr>
          <p:nvPr>
            <p:ph type="body" sz="quarter" idx="27"/>
          </p:nvPr>
        </p:nvSpPr>
        <p:spPr>
          <a:xfrm>
            <a:off x="489868" y="4160199"/>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4" name="Text Placeholder 4"/>
          <p:cNvSpPr>
            <a:spLocks noGrp="1"/>
          </p:cNvSpPr>
          <p:nvPr>
            <p:ph type="body" sz="quarter" idx="28"/>
          </p:nvPr>
        </p:nvSpPr>
        <p:spPr>
          <a:xfrm>
            <a:off x="2111370" y="4160199"/>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5" name="Text Placeholder 4"/>
          <p:cNvSpPr>
            <a:spLocks noGrp="1"/>
          </p:cNvSpPr>
          <p:nvPr>
            <p:ph type="body" sz="quarter" idx="29"/>
          </p:nvPr>
        </p:nvSpPr>
        <p:spPr>
          <a:xfrm>
            <a:off x="3732840" y="4160199"/>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6" name="Text Placeholder 4"/>
          <p:cNvSpPr>
            <a:spLocks noGrp="1"/>
          </p:cNvSpPr>
          <p:nvPr>
            <p:ph type="body" sz="quarter" idx="30"/>
          </p:nvPr>
        </p:nvSpPr>
        <p:spPr>
          <a:xfrm>
            <a:off x="5354310" y="4160199"/>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7" name="Text Placeholder 4"/>
          <p:cNvSpPr>
            <a:spLocks noGrp="1"/>
          </p:cNvSpPr>
          <p:nvPr>
            <p:ph type="body" sz="quarter" idx="31"/>
          </p:nvPr>
        </p:nvSpPr>
        <p:spPr>
          <a:xfrm>
            <a:off x="6975781" y="4160199"/>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8" name="Text Placeholder 4"/>
          <p:cNvSpPr>
            <a:spLocks noGrp="1"/>
          </p:cNvSpPr>
          <p:nvPr>
            <p:ph type="body" sz="quarter" idx="32"/>
          </p:nvPr>
        </p:nvSpPr>
        <p:spPr>
          <a:xfrm>
            <a:off x="489868" y="5124814"/>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39" name="Text Placeholder 4"/>
          <p:cNvSpPr>
            <a:spLocks noGrp="1"/>
          </p:cNvSpPr>
          <p:nvPr>
            <p:ph type="body" sz="quarter" idx="33"/>
          </p:nvPr>
        </p:nvSpPr>
        <p:spPr>
          <a:xfrm>
            <a:off x="2111370" y="5124814"/>
            <a:ext cx="1548000" cy="561692"/>
          </a:xfrm>
        </p:spPr>
        <p:txBody>
          <a:bodyPr vert="horz" lIns="91440" tIns="45720" rIns="91440" bIns="45720" rtlCol="0">
            <a:spAutoFit/>
          </a:bodyPr>
          <a:lstStyle>
            <a:lvl1pPr>
              <a:defRPr lang="en-US" sz="1000" dirty="0"/>
            </a:lvl1pPr>
            <a:lvl2pPr>
              <a:defRPr sz="105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40" name="Text Placeholder 4"/>
          <p:cNvSpPr>
            <a:spLocks noGrp="1"/>
          </p:cNvSpPr>
          <p:nvPr>
            <p:ph type="body" sz="quarter" idx="34"/>
          </p:nvPr>
        </p:nvSpPr>
        <p:spPr>
          <a:xfrm>
            <a:off x="3732840" y="5124814"/>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41" name="Text Placeholder 4"/>
          <p:cNvSpPr>
            <a:spLocks noGrp="1"/>
          </p:cNvSpPr>
          <p:nvPr>
            <p:ph type="body" sz="quarter" idx="35"/>
          </p:nvPr>
        </p:nvSpPr>
        <p:spPr>
          <a:xfrm>
            <a:off x="5354310" y="5124814"/>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42" name="Text Placeholder 4"/>
          <p:cNvSpPr>
            <a:spLocks noGrp="1"/>
          </p:cNvSpPr>
          <p:nvPr>
            <p:ph type="body" sz="quarter" idx="36"/>
          </p:nvPr>
        </p:nvSpPr>
        <p:spPr>
          <a:xfrm>
            <a:off x="6975781" y="5124814"/>
            <a:ext cx="1548000" cy="561692"/>
          </a:xfrm>
        </p:spPr>
        <p:txBody>
          <a:bodyPr vert="horz" lIns="91440" tIns="45720" rIns="91440" bIns="45720" rtlCol="0">
            <a:spAutoFit/>
          </a:bodyPr>
          <a:lstStyle>
            <a:lvl1pPr>
              <a:defRPr lang="en-US" sz="1000" dirty="0" smtClean="0"/>
            </a:lvl1pPr>
            <a:lvl2pPr>
              <a:defRPr sz="1050"/>
            </a:lvl2pPr>
            <a:lvl3pPr>
              <a:defRPr lang="en-US" sz="1000" dirty="0" smtClean="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44" name="Text Placeholder 4"/>
          <p:cNvSpPr>
            <a:spLocks noGrp="1"/>
          </p:cNvSpPr>
          <p:nvPr>
            <p:ph type="body" sz="quarter" idx="37"/>
          </p:nvPr>
        </p:nvSpPr>
        <p:spPr>
          <a:xfrm>
            <a:off x="489868" y="3195583"/>
            <a:ext cx="1548000" cy="553998"/>
          </a:xfrm>
        </p:spPr>
        <p:txBody>
          <a:bodyPr vert="horz" lIns="91440" tIns="45720" rIns="91440" bIns="45720" rtlCol="0">
            <a:spAutoFit/>
          </a:bodyPr>
          <a:lstStyle>
            <a:lvl1pPr>
              <a:defRPr lang="en-US" sz="1000" dirty="0"/>
            </a:lvl1pPr>
            <a:lvl2pPr>
              <a:defRPr sz="1000"/>
            </a:lvl2pPr>
            <a:lvl3pPr>
              <a:defRPr lang="en-US" sz="1000" dirty="0"/>
            </a:lvl3pPr>
            <a:lvl4pPr>
              <a:defRPr lang="en-US" dirty="0"/>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45"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46" name="Title 1"/>
          <p:cNvSpPr>
            <a:spLocks noGrp="1"/>
          </p:cNvSpPr>
          <p:nvPr>
            <p:ph type="title"/>
          </p:nvPr>
        </p:nvSpPr>
        <p:spPr>
          <a:xfrm>
            <a:off x="468313" y="7867"/>
            <a:ext cx="8047037" cy="713433"/>
          </a:xfrm>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7" name="Text Placeholder 4"/>
          <p:cNvSpPr>
            <a:spLocks noGrp="1"/>
          </p:cNvSpPr>
          <p:nvPr>
            <p:ph type="body" sz="quarter" idx="38"/>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337574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ext columns 4 grid">
    <p:spTree>
      <p:nvGrpSpPr>
        <p:cNvPr id="1" name=""/>
        <p:cNvGrpSpPr/>
        <p:nvPr/>
      </p:nvGrpSpPr>
      <p:grpSpPr>
        <a:xfrm>
          <a:off x="0" y="0"/>
          <a:ext cx="0" cy="0"/>
          <a:chOff x="0" y="0"/>
          <a:chExt cx="0" cy="0"/>
        </a:xfrm>
      </p:grpSpPr>
      <p:sp>
        <p:nvSpPr>
          <p:cNvPr id="7" name="Slide Number Placeholder 6"/>
          <p:cNvSpPr>
            <a:spLocks noGrp="1"/>
          </p:cNvSpPr>
          <p:nvPr>
            <p:ph type="sldNum" sz="quarter" idx="11"/>
          </p:nvPr>
        </p:nvSpPr>
        <p:spPr/>
        <p:txBody>
          <a:bodyPr/>
          <a:lstStyle/>
          <a:p>
            <a:fld id="{3131893D-A0E0-4BEF-8FC1-EE1E60E7E04A}" type="slidenum">
              <a:rPr lang="nl-NL" smtClean="0"/>
              <a:t>‹#›</a:t>
            </a:fld>
            <a:endParaRPr lang="nl-NL"/>
          </a:p>
        </p:txBody>
      </p:sp>
      <p:sp>
        <p:nvSpPr>
          <p:cNvPr id="5" name="Text Placeholder 4"/>
          <p:cNvSpPr>
            <a:spLocks noGrp="1"/>
          </p:cNvSpPr>
          <p:nvPr>
            <p:ph type="body" sz="quarter" idx="12"/>
          </p:nvPr>
        </p:nvSpPr>
        <p:spPr>
          <a:xfrm>
            <a:off x="489902" y="2078567"/>
            <a:ext cx="3963600" cy="553998"/>
          </a:xfrm>
        </p:spPr>
        <p:txBody>
          <a:bodyPr vert="horz" lIns="91440" tIns="45720" rIns="91440" bIns="45720" rtlCol="0">
            <a:spAutoFit/>
          </a:bodyPr>
          <a:lstStyle>
            <a:lvl1pPr>
              <a:defRPr lang="en-US" sz="1000" dirty="0">
                <a:solidFill>
                  <a:schemeClr val="tx1"/>
                </a:solidFill>
              </a:defRPr>
            </a:lvl1pPr>
            <a:lvl2pPr>
              <a:defRPr sz="1000">
                <a:solidFill>
                  <a:schemeClr val="tx1"/>
                </a:solidFill>
              </a:defRPr>
            </a:lvl2pPr>
            <a:lvl3pPr>
              <a:defRPr lang="en-US" sz="1000" dirty="0">
                <a:solidFill>
                  <a:schemeClr val="tx1"/>
                </a:solidFill>
              </a:defRPr>
            </a:lvl3pPr>
            <a:lvl4pPr>
              <a:defRPr lang="en-US" sz="1000" dirty="0">
                <a:solidFill>
                  <a:schemeClr val="tx2"/>
                </a:solidFill>
              </a:defRPr>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9" name="Text Placeholder 4"/>
          <p:cNvSpPr>
            <a:spLocks noGrp="1"/>
          </p:cNvSpPr>
          <p:nvPr>
            <p:ph type="body" sz="quarter" idx="13"/>
          </p:nvPr>
        </p:nvSpPr>
        <p:spPr>
          <a:xfrm>
            <a:off x="4551750" y="2078567"/>
            <a:ext cx="3963600" cy="553998"/>
          </a:xfrm>
        </p:spPr>
        <p:txBody>
          <a:bodyPr vert="horz" lIns="91440" tIns="45720" rIns="91440" bIns="45720" rtlCol="0">
            <a:spAutoFit/>
          </a:bodyPr>
          <a:lstStyle>
            <a:lvl1pPr>
              <a:defRPr lang="en-US" sz="1000" dirty="0">
                <a:solidFill>
                  <a:schemeClr val="tx1"/>
                </a:solidFill>
              </a:defRPr>
            </a:lvl1pPr>
            <a:lvl2pPr>
              <a:defRPr sz="1000">
                <a:solidFill>
                  <a:schemeClr val="tx1"/>
                </a:solidFill>
              </a:defRPr>
            </a:lvl2pPr>
            <a:lvl3pPr>
              <a:defRPr lang="en-US" sz="1000" dirty="0">
                <a:solidFill>
                  <a:schemeClr val="tx1"/>
                </a:solidFill>
              </a:defRPr>
            </a:lvl3pPr>
            <a:lvl4pPr>
              <a:defRPr lang="en-US" sz="1000" dirty="0">
                <a:solidFill>
                  <a:schemeClr val="tx2"/>
                </a:solidFill>
              </a:defRPr>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0" name="Text Placeholder 4"/>
          <p:cNvSpPr>
            <a:spLocks noGrp="1"/>
          </p:cNvSpPr>
          <p:nvPr>
            <p:ph type="body" sz="quarter" idx="14"/>
          </p:nvPr>
        </p:nvSpPr>
        <p:spPr>
          <a:xfrm>
            <a:off x="489902" y="1582235"/>
            <a:ext cx="3963600" cy="369332"/>
          </a:xfrm>
          <a:solidFill>
            <a:schemeClr val="bg1"/>
          </a:solidFill>
          <a:ln w="9525">
            <a:noFill/>
            <a:miter lim="800000"/>
            <a:headEnd/>
            <a:tailEnd/>
          </a:ln>
          <a:effectLst>
            <a:outerShdw dist="12700" dir="5400000" sx="99000" sy="99000" algn="ctr" rotWithShape="0">
              <a:srgbClr val="2A3651"/>
            </a:outerShdw>
          </a:effectLst>
        </p:spPr>
        <p:txBody>
          <a:bodyPr tIns="91440" bIns="91440" anchor="b">
            <a:spAutoFit/>
          </a:bodyPr>
          <a:lstStyle>
            <a:lvl1pPr marL="0" indent="0">
              <a:buNone/>
              <a:defRPr lang="en-US" sz="1200" b="1" kern="1200" dirty="0">
                <a:solidFill>
                  <a:srgbClr val="2A3651"/>
                </a:solidFill>
                <a:latin typeface="Calibri Light" panose="020F0302020204030204" pitchFamily="34" charset="0"/>
                <a:ea typeface="+mn-ea"/>
                <a:cs typeface="Calibri Light" panose="020F0302020204030204" pitchFamily="34" charset="0"/>
              </a:defRPr>
            </a:lvl1pPr>
          </a:lstStyle>
          <a:p>
            <a:pPr marL="0" lvl="0" indent="0" algn="l" defTabSz="685800" rtl="0" eaLnBrk="1" latinLnBrk="0" hangingPunct="1">
              <a:lnSpc>
                <a:spcPct val="100000"/>
              </a:lnSpc>
              <a:spcBef>
                <a:spcPts val="0"/>
              </a:spcBef>
              <a:buClr>
                <a:schemeClr val="bg1"/>
              </a:buClr>
              <a:buFont typeface="Arial" panose="020B0604020202020204" pitchFamily="34" charset="0"/>
              <a:buNone/>
            </a:pPr>
            <a:r>
              <a:rPr lang="nl-NL" err="1"/>
              <a:t>Edit</a:t>
            </a:r>
            <a:r>
              <a:rPr lang="nl-NL"/>
              <a:t> Master </a:t>
            </a:r>
            <a:r>
              <a:rPr lang="nl-NL" err="1"/>
              <a:t>text</a:t>
            </a:r>
            <a:r>
              <a:rPr lang="nl-NL"/>
              <a:t> </a:t>
            </a:r>
            <a:r>
              <a:rPr lang="nl-NL" err="1"/>
              <a:t>styles</a:t>
            </a:r>
            <a:endParaRPr lang="nl-NL"/>
          </a:p>
        </p:txBody>
      </p:sp>
      <p:sp>
        <p:nvSpPr>
          <p:cNvPr id="11" name="Text Placeholder 4"/>
          <p:cNvSpPr>
            <a:spLocks noGrp="1"/>
          </p:cNvSpPr>
          <p:nvPr>
            <p:ph type="body" sz="quarter" idx="15"/>
          </p:nvPr>
        </p:nvSpPr>
        <p:spPr>
          <a:xfrm>
            <a:off x="4551750" y="1582235"/>
            <a:ext cx="39636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sz="1200" dirty="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2" name="Text Placeholder 4"/>
          <p:cNvSpPr>
            <a:spLocks noGrp="1"/>
          </p:cNvSpPr>
          <p:nvPr>
            <p:ph type="body" sz="quarter" idx="16"/>
          </p:nvPr>
        </p:nvSpPr>
        <p:spPr>
          <a:xfrm>
            <a:off x="489902" y="4461933"/>
            <a:ext cx="3963600" cy="553998"/>
          </a:xfrm>
        </p:spPr>
        <p:txBody>
          <a:bodyPr vert="horz" lIns="91440" tIns="45720" rIns="91440" bIns="45720" rtlCol="0">
            <a:spAutoFit/>
          </a:bodyPr>
          <a:lstStyle>
            <a:lvl1pPr>
              <a:defRPr lang="en-US" sz="1000" dirty="0">
                <a:solidFill>
                  <a:schemeClr val="tx1"/>
                </a:solidFill>
              </a:defRPr>
            </a:lvl1pPr>
            <a:lvl2pPr>
              <a:defRPr sz="1000">
                <a:solidFill>
                  <a:schemeClr val="tx1"/>
                </a:solidFill>
              </a:defRPr>
            </a:lvl2pPr>
            <a:lvl3pPr>
              <a:defRPr lang="en-US" sz="1000" dirty="0">
                <a:solidFill>
                  <a:schemeClr val="tx1"/>
                </a:solidFill>
              </a:defRPr>
            </a:lvl3pPr>
            <a:lvl4pPr>
              <a:defRPr lang="en-US" sz="1000" dirty="0">
                <a:solidFill>
                  <a:schemeClr val="tx2"/>
                </a:solidFill>
              </a:defRPr>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3" name="Text Placeholder 4"/>
          <p:cNvSpPr>
            <a:spLocks noGrp="1"/>
          </p:cNvSpPr>
          <p:nvPr>
            <p:ph type="body" sz="quarter" idx="17"/>
          </p:nvPr>
        </p:nvSpPr>
        <p:spPr>
          <a:xfrm>
            <a:off x="4551750" y="4461933"/>
            <a:ext cx="3963600" cy="553998"/>
          </a:xfrm>
        </p:spPr>
        <p:txBody>
          <a:bodyPr vert="horz" lIns="91440" tIns="45720" rIns="91440" bIns="45720" rtlCol="0">
            <a:spAutoFit/>
          </a:bodyPr>
          <a:lstStyle>
            <a:lvl1pPr>
              <a:defRPr lang="en-US" sz="1000" dirty="0">
                <a:solidFill>
                  <a:schemeClr val="tx1"/>
                </a:solidFill>
              </a:defRPr>
            </a:lvl1pPr>
            <a:lvl2pPr>
              <a:defRPr sz="1000">
                <a:solidFill>
                  <a:schemeClr val="tx1"/>
                </a:solidFill>
              </a:defRPr>
            </a:lvl2pPr>
            <a:lvl3pPr>
              <a:defRPr lang="en-US" sz="1000" dirty="0">
                <a:solidFill>
                  <a:schemeClr val="tx1"/>
                </a:solidFill>
              </a:defRPr>
            </a:lvl3pPr>
            <a:lvl4pPr>
              <a:defRPr lang="en-US" sz="1000" dirty="0">
                <a:solidFill>
                  <a:schemeClr val="tx2"/>
                </a:solidFill>
              </a:defRPr>
            </a:lvl4pPr>
          </a:lstStyle>
          <a:p>
            <a:pPr lvl="0">
              <a:spcBef>
                <a:spcPts val="24"/>
              </a:spcBef>
              <a:buFontTx/>
            </a:pPr>
            <a:r>
              <a:rPr lang="nl-NL" err="1"/>
              <a:t>Edit</a:t>
            </a:r>
            <a:r>
              <a:rPr lang="nl-NL"/>
              <a:t> Master </a:t>
            </a:r>
            <a:r>
              <a:rPr lang="nl-NL" err="1"/>
              <a:t>text</a:t>
            </a:r>
            <a:r>
              <a:rPr lang="nl-NL"/>
              <a:t> </a:t>
            </a:r>
            <a:r>
              <a:rPr lang="nl-NL" err="1"/>
              <a:t>styles</a:t>
            </a:r>
            <a:endParaRPr lang="nl-NL"/>
          </a:p>
          <a:p>
            <a:pPr lvl="1">
              <a:spcBef>
                <a:spcPts val="24"/>
              </a:spcBef>
              <a:buFontTx/>
            </a:pPr>
            <a:r>
              <a:rPr lang="nl-NL"/>
              <a:t>Second level</a:t>
            </a:r>
          </a:p>
          <a:p>
            <a:pPr lvl="2">
              <a:spcBef>
                <a:spcPts val="24"/>
              </a:spcBef>
              <a:buFontTx/>
            </a:pPr>
            <a:r>
              <a:rPr lang="nl-NL" err="1"/>
              <a:t>Third</a:t>
            </a:r>
            <a:r>
              <a:rPr lang="nl-NL"/>
              <a:t> level</a:t>
            </a:r>
          </a:p>
        </p:txBody>
      </p:sp>
      <p:sp>
        <p:nvSpPr>
          <p:cNvPr id="14" name="Text Placeholder 4"/>
          <p:cNvSpPr>
            <a:spLocks noGrp="1"/>
          </p:cNvSpPr>
          <p:nvPr>
            <p:ph type="body" sz="quarter" idx="18"/>
          </p:nvPr>
        </p:nvSpPr>
        <p:spPr>
          <a:xfrm>
            <a:off x="489902" y="3965601"/>
            <a:ext cx="39636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sz="120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5" name="Text Placeholder 4"/>
          <p:cNvSpPr>
            <a:spLocks noGrp="1"/>
          </p:cNvSpPr>
          <p:nvPr>
            <p:ph type="body" sz="quarter" idx="19"/>
          </p:nvPr>
        </p:nvSpPr>
        <p:spPr>
          <a:xfrm>
            <a:off x="4551750" y="3965601"/>
            <a:ext cx="3963600" cy="369332"/>
          </a:xfrm>
          <a:solidFill>
            <a:schemeClr val="bg1"/>
          </a:solidFill>
          <a:ln w="9525">
            <a:noFill/>
            <a:miter lim="800000"/>
            <a:headEnd/>
            <a:tailEnd/>
          </a:ln>
          <a:effectLst>
            <a:outerShdw dist="12700" dir="5400000" sx="99000" sy="99000" algn="ctr" rotWithShape="0">
              <a:srgbClr val="2A3651"/>
            </a:outerShdw>
          </a:effectLst>
        </p:spPr>
        <p:txBody>
          <a:bodyPr vert="horz" lIns="91440" tIns="91440" rIns="91440" bIns="91440" rtlCol="0" anchor="b">
            <a:spAutoFit/>
          </a:bodyPr>
          <a:lstStyle>
            <a:lvl1pPr>
              <a:defRPr lang="en-US" sz="1200">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
        <p:nvSpPr>
          <p:cNvPr id="18"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7" name="Title 1"/>
          <p:cNvSpPr>
            <a:spLocks noGrp="1"/>
          </p:cNvSpPr>
          <p:nvPr>
            <p:ph type="title"/>
          </p:nvPr>
        </p:nvSpPr>
        <p:spPr>
          <a:xfrm>
            <a:off x="468313" y="7867"/>
            <a:ext cx="8047037" cy="713433"/>
          </a:xfrm>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19" name="Text Placeholder 4"/>
          <p:cNvSpPr>
            <a:spLocks noGrp="1"/>
          </p:cNvSpPr>
          <p:nvPr>
            <p:ph type="body" sz="quarter" idx="20"/>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2678584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ext boxes 2">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2"/>
            </p:custDataLst>
            <p:extLst>
              <p:ext uri="{D42A27DB-BD31-4B8C-83A1-F6EECF244321}">
                <p14:modId xmlns:p14="http://schemas.microsoft.com/office/powerpoint/2010/main" val="22816548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7" name="think-cell Slide" r:id="rId4" imgW="276" imgH="274" progId="TCLayout.ActiveDocument.1">
                  <p:embed/>
                </p:oleObj>
              </mc:Choice>
              <mc:Fallback>
                <p:oleObj name="think-cell Slide" r:id="rId4" imgW="276" imgH="274" progId="TCLayout.ActiveDocument.1">
                  <p:embed/>
                  <p:pic>
                    <p:nvPicPr>
                      <p:cNvPr id="11" name="Object 10"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7"/>
          <p:cNvSpPr>
            <a:spLocks noChangeArrowheads="1"/>
          </p:cNvSpPr>
          <p:nvPr userDrawn="1"/>
        </p:nvSpPr>
        <p:spPr bwMode="gray">
          <a:xfrm>
            <a:off x="468313" y="1661902"/>
            <a:ext cx="3963600" cy="507916"/>
          </a:xfrm>
          <a:prstGeom prst="rect">
            <a:avLst/>
          </a:prstGeom>
          <a:solidFill>
            <a:srgbClr val="2A3651"/>
          </a:solidFill>
          <a:ln w="9525">
            <a:solidFill>
              <a:srgbClr val="2A3651"/>
            </a:solidFill>
            <a:miter lim="800000"/>
            <a:headEnd/>
            <a:tailEnd/>
          </a:ln>
        </p:spPr>
        <p:txBody>
          <a:bodyPr anchor="ctr"/>
          <a:lstStyle/>
          <a:p>
            <a:pPr algn="l"/>
            <a:r>
              <a:rPr lang="nl-NL" sz="1200" b="1">
                <a:solidFill>
                  <a:schemeClr val="bg1"/>
                </a:solidFill>
                <a:latin typeface="Calibri Light" panose="020F0302020204030204" pitchFamily="34" charset="0"/>
                <a:cs typeface="Calibri Light" panose="020F0302020204030204" pitchFamily="34" charset="0"/>
              </a:rPr>
              <a:t>Click </a:t>
            </a:r>
            <a:r>
              <a:rPr lang="nl-NL" sz="1200" b="1" err="1">
                <a:solidFill>
                  <a:schemeClr val="bg1"/>
                </a:solidFill>
                <a:latin typeface="Calibri Light" panose="020F0302020204030204" pitchFamily="34" charset="0"/>
                <a:cs typeface="Calibri Light" panose="020F0302020204030204" pitchFamily="34" charset="0"/>
              </a:rPr>
              <a:t>to</a:t>
            </a:r>
            <a:r>
              <a:rPr lang="nl-NL" sz="1200" b="1">
                <a:solidFill>
                  <a:schemeClr val="bg1"/>
                </a:solidFill>
                <a:latin typeface="Calibri Light" panose="020F0302020204030204" pitchFamily="34" charset="0"/>
                <a:cs typeface="Calibri Light" panose="020F0302020204030204" pitchFamily="34" charset="0"/>
              </a:rPr>
              <a:t> </a:t>
            </a:r>
            <a:r>
              <a:rPr lang="nl-NL" sz="1200" b="1" err="1">
                <a:solidFill>
                  <a:schemeClr val="bg1"/>
                </a:solidFill>
                <a:latin typeface="Calibri Light" panose="020F0302020204030204" pitchFamily="34" charset="0"/>
                <a:cs typeface="Calibri Light" panose="020F0302020204030204" pitchFamily="34" charset="0"/>
              </a:rPr>
              <a:t>edit</a:t>
            </a:r>
            <a:r>
              <a:rPr lang="nl-NL" sz="1200" b="1">
                <a:solidFill>
                  <a:schemeClr val="bg1"/>
                </a:solidFill>
                <a:latin typeface="Calibri Light" panose="020F0302020204030204" pitchFamily="34" charset="0"/>
                <a:cs typeface="Calibri Light" panose="020F0302020204030204" pitchFamily="34" charset="0"/>
              </a:rPr>
              <a:t> Master </a:t>
            </a:r>
            <a:r>
              <a:rPr lang="nl-NL" sz="1200" b="1" err="1">
                <a:solidFill>
                  <a:schemeClr val="bg1"/>
                </a:solidFill>
                <a:latin typeface="Calibri Light" panose="020F0302020204030204" pitchFamily="34" charset="0"/>
                <a:cs typeface="Calibri Light" panose="020F0302020204030204" pitchFamily="34" charset="0"/>
              </a:rPr>
              <a:t>text</a:t>
            </a:r>
            <a:r>
              <a:rPr lang="nl-NL" sz="1200" b="1">
                <a:solidFill>
                  <a:schemeClr val="bg1"/>
                </a:solidFill>
                <a:latin typeface="Calibri Light" panose="020F0302020204030204" pitchFamily="34" charset="0"/>
                <a:cs typeface="Calibri Light" panose="020F0302020204030204" pitchFamily="34" charset="0"/>
              </a:rPr>
              <a:t> </a:t>
            </a:r>
            <a:r>
              <a:rPr lang="nl-NL" sz="1200" b="1" err="1">
                <a:solidFill>
                  <a:schemeClr val="bg1"/>
                </a:solidFill>
                <a:latin typeface="Calibri Light" panose="020F0302020204030204" pitchFamily="34" charset="0"/>
                <a:cs typeface="Calibri Light" panose="020F0302020204030204" pitchFamily="34" charset="0"/>
              </a:rPr>
              <a:t>styles</a:t>
            </a:r>
            <a:endParaRPr lang="nl-NL" sz="1200" b="1">
              <a:solidFill>
                <a:schemeClr val="bg1"/>
              </a:solidFill>
              <a:latin typeface="Calibri Light" panose="020F0302020204030204" pitchFamily="34" charset="0"/>
              <a:cs typeface="Calibri Light" panose="020F0302020204030204" pitchFamily="34" charset="0"/>
            </a:endParaRPr>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5" name="Rectangle 7"/>
          <p:cNvSpPr>
            <a:spLocks noChangeArrowheads="1"/>
          </p:cNvSpPr>
          <p:nvPr userDrawn="1"/>
        </p:nvSpPr>
        <p:spPr bwMode="gray">
          <a:xfrm>
            <a:off x="4551751" y="1661902"/>
            <a:ext cx="3963600" cy="507916"/>
          </a:xfrm>
          <a:prstGeom prst="rect">
            <a:avLst/>
          </a:prstGeom>
          <a:solidFill>
            <a:srgbClr val="2A3651"/>
          </a:solidFill>
          <a:ln w="9525">
            <a:solidFill>
              <a:srgbClr val="2A3651"/>
            </a:solidFill>
            <a:miter lim="800000"/>
            <a:headEnd/>
            <a:tailEnd/>
          </a:ln>
        </p:spPr>
        <p:txBody>
          <a:bodyPr anchor="ctr"/>
          <a:lstStyle/>
          <a:p>
            <a:pPr marL="0" algn="l" defTabSz="914400" rtl="0" eaLnBrk="1" latinLnBrk="0" hangingPunct="1"/>
            <a:r>
              <a:rPr lang="nl-NL" sz="1200" b="1" kern="1200">
                <a:solidFill>
                  <a:schemeClr val="bg1"/>
                </a:solidFill>
                <a:latin typeface="Calibri Light" panose="020F0302020204030204" pitchFamily="34" charset="0"/>
                <a:ea typeface="+mn-ea"/>
                <a:cs typeface="Calibri Light" panose="020F0302020204030204" pitchFamily="34" charset="0"/>
              </a:rPr>
              <a:t>Click </a:t>
            </a:r>
            <a:r>
              <a:rPr lang="nl-NL" sz="1200" b="1" kern="1200" err="1">
                <a:solidFill>
                  <a:schemeClr val="bg1"/>
                </a:solidFill>
                <a:latin typeface="Calibri Light" panose="020F0302020204030204" pitchFamily="34" charset="0"/>
                <a:ea typeface="+mn-ea"/>
                <a:cs typeface="Calibri Light" panose="020F0302020204030204" pitchFamily="34" charset="0"/>
              </a:rPr>
              <a:t>to</a:t>
            </a:r>
            <a:r>
              <a:rPr lang="nl-NL" sz="1200" b="1" kern="1200">
                <a:solidFill>
                  <a:schemeClr val="bg1"/>
                </a:solidFill>
                <a:latin typeface="Calibri Light" panose="020F0302020204030204" pitchFamily="34" charset="0"/>
                <a:ea typeface="+mn-ea"/>
                <a:cs typeface="Calibri Light" panose="020F0302020204030204" pitchFamily="34" charset="0"/>
              </a:rPr>
              <a:t> </a:t>
            </a:r>
            <a:r>
              <a:rPr lang="nl-NL" sz="1200" b="1" kern="1200" err="1">
                <a:solidFill>
                  <a:schemeClr val="bg1"/>
                </a:solidFill>
                <a:latin typeface="Calibri Light" panose="020F0302020204030204" pitchFamily="34" charset="0"/>
                <a:ea typeface="+mn-ea"/>
                <a:cs typeface="Calibri Light" panose="020F0302020204030204" pitchFamily="34" charset="0"/>
              </a:rPr>
              <a:t>edit</a:t>
            </a:r>
            <a:r>
              <a:rPr lang="nl-NL" sz="1200" b="1" kern="1200">
                <a:solidFill>
                  <a:schemeClr val="bg1"/>
                </a:solidFill>
                <a:latin typeface="Calibri Light" panose="020F0302020204030204" pitchFamily="34" charset="0"/>
                <a:ea typeface="+mn-ea"/>
                <a:cs typeface="Calibri Light" panose="020F0302020204030204" pitchFamily="34" charset="0"/>
              </a:rPr>
              <a:t> Master </a:t>
            </a:r>
            <a:r>
              <a:rPr lang="nl-NL" sz="1200" b="1" kern="1200" err="1">
                <a:solidFill>
                  <a:schemeClr val="bg1"/>
                </a:solidFill>
                <a:latin typeface="Calibri Light" panose="020F0302020204030204" pitchFamily="34" charset="0"/>
                <a:ea typeface="+mn-ea"/>
                <a:cs typeface="Calibri Light" panose="020F0302020204030204" pitchFamily="34" charset="0"/>
              </a:rPr>
              <a:t>text</a:t>
            </a:r>
            <a:r>
              <a:rPr lang="nl-NL" sz="1200" b="1" kern="1200">
                <a:solidFill>
                  <a:schemeClr val="bg1"/>
                </a:solidFill>
                <a:latin typeface="Calibri Light" panose="020F0302020204030204" pitchFamily="34" charset="0"/>
                <a:ea typeface="+mn-ea"/>
                <a:cs typeface="Calibri Light" panose="020F0302020204030204" pitchFamily="34" charset="0"/>
              </a:rPr>
              <a:t> </a:t>
            </a:r>
            <a:r>
              <a:rPr lang="nl-NL" sz="1200" b="1" kern="1200" err="1">
                <a:solidFill>
                  <a:schemeClr val="bg1"/>
                </a:solidFill>
                <a:latin typeface="Calibri Light" panose="020F0302020204030204" pitchFamily="34" charset="0"/>
                <a:ea typeface="+mn-ea"/>
                <a:cs typeface="Calibri Light" panose="020F0302020204030204" pitchFamily="34" charset="0"/>
              </a:rPr>
              <a:t>styles</a:t>
            </a:r>
            <a:endParaRPr lang="nl-NL" sz="1200" b="1" kern="1200">
              <a:solidFill>
                <a:schemeClr val="bg1"/>
              </a:solidFill>
              <a:latin typeface="Calibri Light" panose="020F0302020204030204" pitchFamily="34" charset="0"/>
              <a:ea typeface="+mn-ea"/>
              <a:cs typeface="Calibri Light" panose="020F0302020204030204" pitchFamily="34" charset="0"/>
            </a:endParaRPr>
          </a:p>
        </p:txBody>
      </p:sp>
      <p:sp>
        <p:nvSpPr>
          <p:cNvPr id="6" name="Rectangle 8"/>
          <p:cNvSpPr>
            <a:spLocks noChangeArrowheads="1"/>
          </p:cNvSpPr>
          <p:nvPr userDrawn="1"/>
        </p:nvSpPr>
        <p:spPr bwMode="gray">
          <a:xfrm>
            <a:off x="4551750" y="2169818"/>
            <a:ext cx="3978901" cy="3580351"/>
          </a:xfrm>
          <a:prstGeom prst="rect">
            <a:avLst/>
          </a:prstGeom>
          <a:solidFill>
            <a:schemeClr val="bg2"/>
          </a:solidFill>
        </p:spPr>
        <p:txBody>
          <a:bodyPr vert="horz" lIns="91440" tIns="45720" rIns="91440" bIns="45720" rtlCol="0">
            <a:normAutofit/>
          </a:bodyPr>
          <a:lstStyle/>
          <a:p>
            <a:pPr lvl="0" indent="0" defTabSz="685800">
              <a:lnSpc>
                <a:spcPct val="100000"/>
              </a:lnSpc>
              <a:spcBef>
                <a:spcPts val="24"/>
              </a:spcBef>
              <a:buClr>
                <a:schemeClr val="bg1"/>
              </a:buClr>
              <a:buFontTx/>
              <a:buNone/>
            </a:pPr>
            <a:r>
              <a:rPr lang="nl-NL" sz="1000" b="1">
                <a:solidFill>
                  <a:srgbClr val="2A3651"/>
                </a:solidFill>
                <a:latin typeface="Calibri Light" panose="020F0302020204030204" pitchFamily="34" charset="0"/>
                <a:cs typeface="Calibri Light" panose="020F0302020204030204" pitchFamily="34" charset="0"/>
              </a:rPr>
              <a:t>Click </a:t>
            </a:r>
            <a:r>
              <a:rPr lang="nl-NL" sz="1000" b="1" err="1">
                <a:solidFill>
                  <a:srgbClr val="2A3651"/>
                </a:solidFill>
                <a:latin typeface="Calibri Light" panose="020F0302020204030204" pitchFamily="34" charset="0"/>
                <a:cs typeface="Calibri Light" panose="020F0302020204030204" pitchFamily="34" charset="0"/>
              </a:rPr>
              <a:t>to</a:t>
            </a:r>
            <a:r>
              <a:rPr lang="nl-NL" sz="1000" b="1">
                <a:solidFill>
                  <a:srgbClr val="2A3651"/>
                </a:solidFill>
                <a:latin typeface="Calibri Light" panose="020F0302020204030204" pitchFamily="34" charset="0"/>
                <a:cs typeface="Calibri Light" panose="020F0302020204030204" pitchFamily="34" charset="0"/>
              </a:rPr>
              <a:t> </a:t>
            </a:r>
            <a:r>
              <a:rPr lang="nl-NL" sz="1000" b="1" err="1">
                <a:solidFill>
                  <a:srgbClr val="2A3651"/>
                </a:solidFill>
                <a:latin typeface="Calibri Light" panose="020F0302020204030204" pitchFamily="34" charset="0"/>
                <a:cs typeface="Calibri Light" panose="020F0302020204030204" pitchFamily="34" charset="0"/>
              </a:rPr>
              <a:t>edit</a:t>
            </a:r>
            <a:r>
              <a:rPr lang="nl-NL" sz="1000" b="1">
                <a:solidFill>
                  <a:srgbClr val="2A3651"/>
                </a:solidFill>
                <a:latin typeface="Calibri Light" panose="020F0302020204030204" pitchFamily="34" charset="0"/>
                <a:cs typeface="Calibri Light" panose="020F0302020204030204" pitchFamily="34" charset="0"/>
              </a:rPr>
              <a:t> Master </a:t>
            </a:r>
            <a:r>
              <a:rPr lang="nl-NL" sz="1000" b="1" err="1">
                <a:solidFill>
                  <a:srgbClr val="2A3651"/>
                </a:solidFill>
                <a:latin typeface="Calibri Light" panose="020F0302020204030204" pitchFamily="34" charset="0"/>
                <a:cs typeface="Calibri Light" panose="020F0302020204030204" pitchFamily="34" charset="0"/>
              </a:rPr>
              <a:t>text</a:t>
            </a:r>
            <a:r>
              <a:rPr lang="nl-NL" sz="1000" b="1">
                <a:solidFill>
                  <a:srgbClr val="2A3651"/>
                </a:solidFill>
                <a:latin typeface="Calibri Light" panose="020F0302020204030204" pitchFamily="34" charset="0"/>
                <a:cs typeface="Calibri Light" panose="020F0302020204030204" pitchFamily="34" charset="0"/>
              </a:rPr>
              <a:t> </a:t>
            </a:r>
            <a:r>
              <a:rPr lang="nl-NL" sz="1000" b="1" err="1">
                <a:solidFill>
                  <a:srgbClr val="2A3651"/>
                </a:solidFill>
                <a:latin typeface="Calibri Light" panose="020F0302020204030204" pitchFamily="34" charset="0"/>
                <a:cs typeface="Calibri Light" panose="020F0302020204030204" pitchFamily="34" charset="0"/>
              </a:rPr>
              <a:t>styles</a:t>
            </a:r>
            <a:endParaRPr lang="nl-NL" sz="1000" b="1">
              <a:solidFill>
                <a:srgbClr val="2A3651"/>
              </a:solidFill>
              <a:latin typeface="Calibri Light" panose="020F0302020204030204" pitchFamily="34" charset="0"/>
              <a:cs typeface="Calibri Light" panose="020F0302020204030204" pitchFamily="34" charset="0"/>
            </a:endParaRPr>
          </a:p>
          <a:p>
            <a:pPr marL="266700" lvl="1" indent="-266700" defTabSz="685800">
              <a:lnSpc>
                <a:spcPct val="100000"/>
              </a:lnSpc>
              <a:spcBef>
                <a:spcPts val="375"/>
              </a:spcBef>
              <a:buClr>
                <a:srgbClr val="2A3651"/>
              </a:buClr>
              <a:buFont typeface="Arial" panose="020B0604020202020204" pitchFamily="34" charset="0"/>
              <a:buChar char="•"/>
            </a:pPr>
            <a:r>
              <a:rPr lang="nl-NL" sz="1000" b="0" i="0">
                <a:solidFill>
                  <a:srgbClr val="2A3651"/>
                </a:solidFill>
                <a:latin typeface="Calibri Light" panose="020F0302020204030204" pitchFamily="34" charset="0"/>
                <a:cs typeface="Calibri Light" panose="020F0302020204030204" pitchFamily="34" charset="0"/>
              </a:rPr>
              <a:t>Second level</a:t>
            </a:r>
          </a:p>
          <a:p>
            <a:pPr marL="438150" lvl="2" indent="-171450" defTabSz="685800">
              <a:lnSpc>
                <a:spcPct val="100000"/>
              </a:lnSpc>
              <a:spcBef>
                <a:spcPts val="375"/>
              </a:spcBef>
              <a:buClr>
                <a:srgbClr val="2A3651"/>
              </a:buClr>
              <a:buFont typeface="Arial" panose="020B0604020202020204" pitchFamily="34" charset="0"/>
              <a:buChar char="‒"/>
            </a:pPr>
            <a:r>
              <a:rPr lang="nl-NL" sz="1000" err="1">
                <a:solidFill>
                  <a:srgbClr val="2A3651"/>
                </a:solidFill>
                <a:latin typeface="Calibri Light" panose="020F0302020204030204" pitchFamily="34" charset="0"/>
                <a:cs typeface="Calibri Light" panose="020F0302020204030204" pitchFamily="34" charset="0"/>
              </a:rPr>
              <a:t>Third</a:t>
            </a:r>
            <a:r>
              <a:rPr lang="nl-NL" sz="1000">
                <a:solidFill>
                  <a:srgbClr val="2A3651"/>
                </a:solidFill>
                <a:latin typeface="Calibri Light" panose="020F0302020204030204" pitchFamily="34" charset="0"/>
                <a:cs typeface="Calibri Light" panose="020F0302020204030204" pitchFamily="34" charset="0"/>
              </a:rPr>
              <a:t> level</a:t>
            </a:r>
          </a:p>
        </p:txBody>
      </p:sp>
      <p:sp>
        <p:nvSpPr>
          <p:cNvPr id="10" name="Rectangle 8"/>
          <p:cNvSpPr>
            <a:spLocks noChangeArrowheads="1"/>
          </p:cNvSpPr>
          <p:nvPr userDrawn="1"/>
        </p:nvSpPr>
        <p:spPr bwMode="gray">
          <a:xfrm>
            <a:off x="468312" y="2169818"/>
            <a:ext cx="3978901" cy="3580351"/>
          </a:xfrm>
          <a:prstGeom prst="rect">
            <a:avLst/>
          </a:prstGeom>
          <a:solidFill>
            <a:schemeClr val="bg2"/>
          </a:solidFill>
        </p:spPr>
        <p:txBody>
          <a:bodyPr vert="horz" lIns="91440" tIns="45720" rIns="91440" bIns="45720" rtlCol="0">
            <a:normAutofit/>
          </a:bodyPr>
          <a:lstStyle/>
          <a:p>
            <a:pPr lvl="0" indent="0" defTabSz="685800">
              <a:lnSpc>
                <a:spcPct val="100000"/>
              </a:lnSpc>
              <a:spcBef>
                <a:spcPts val="24"/>
              </a:spcBef>
              <a:buClr>
                <a:schemeClr val="bg1"/>
              </a:buClr>
              <a:buFontTx/>
              <a:buNone/>
            </a:pPr>
            <a:r>
              <a:rPr lang="nl-NL" sz="1000" b="1">
                <a:solidFill>
                  <a:srgbClr val="2A3651"/>
                </a:solidFill>
                <a:latin typeface="Calibri Light" panose="020F0302020204030204" pitchFamily="34" charset="0"/>
                <a:cs typeface="Calibri Light" panose="020F0302020204030204" pitchFamily="34" charset="0"/>
              </a:rPr>
              <a:t>Click </a:t>
            </a:r>
            <a:r>
              <a:rPr lang="nl-NL" sz="1000" b="1" err="1">
                <a:solidFill>
                  <a:srgbClr val="2A3651"/>
                </a:solidFill>
                <a:latin typeface="Calibri Light" panose="020F0302020204030204" pitchFamily="34" charset="0"/>
                <a:cs typeface="Calibri Light" panose="020F0302020204030204" pitchFamily="34" charset="0"/>
              </a:rPr>
              <a:t>to</a:t>
            </a:r>
            <a:r>
              <a:rPr lang="nl-NL" sz="1000" b="1">
                <a:solidFill>
                  <a:srgbClr val="2A3651"/>
                </a:solidFill>
                <a:latin typeface="Calibri Light" panose="020F0302020204030204" pitchFamily="34" charset="0"/>
                <a:cs typeface="Calibri Light" panose="020F0302020204030204" pitchFamily="34" charset="0"/>
              </a:rPr>
              <a:t> </a:t>
            </a:r>
            <a:r>
              <a:rPr lang="nl-NL" sz="1000" b="1" err="1">
                <a:solidFill>
                  <a:srgbClr val="2A3651"/>
                </a:solidFill>
                <a:latin typeface="Calibri Light" panose="020F0302020204030204" pitchFamily="34" charset="0"/>
                <a:cs typeface="Calibri Light" panose="020F0302020204030204" pitchFamily="34" charset="0"/>
              </a:rPr>
              <a:t>edit</a:t>
            </a:r>
            <a:r>
              <a:rPr lang="nl-NL" sz="1000" b="1">
                <a:solidFill>
                  <a:srgbClr val="2A3651"/>
                </a:solidFill>
                <a:latin typeface="Calibri Light" panose="020F0302020204030204" pitchFamily="34" charset="0"/>
                <a:cs typeface="Calibri Light" panose="020F0302020204030204" pitchFamily="34" charset="0"/>
              </a:rPr>
              <a:t> Master </a:t>
            </a:r>
            <a:r>
              <a:rPr lang="nl-NL" sz="1000" b="1" err="1">
                <a:solidFill>
                  <a:srgbClr val="2A3651"/>
                </a:solidFill>
                <a:latin typeface="Calibri Light" panose="020F0302020204030204" pitchFamily="34" charset="0"/>
                <a:cs typeface="Calibri Light" panose="020F0302020204030204" pitchFamily="34" charset="0"/>
              </a:rPr>
              <a:t>text</a:t>
            </a:r>
            <a:r>
              <a:rPr lang="nl-NL" sz="1000" b="1">
                <a:solidFill>
                  <a:srgbClr val="2A3651"/>
                </a:solidFill>
                <a:latin typeface="Calibri Light" panose="020F0302020204030204" pitchFamily="34" charset="0"/>
                <a:cs typeface="Calibri Light" panose="020F0302020204030204" pitchFamily="34" charset="0"/>
              </a:rPr>
              <a:t> </a:t>
            </a:r>
            <a:r>
              <a:rPr lang="nl-NL" sz="1000" b="1" err="1">
                <a:solidFill>
                  <a:srgbClr val="2A3651"/>
                </a:solidFill>
                <a:latin typeface="Calibri Light" panose="020F0302020204030204" pitchFamily="34" charset="0"/>
                <a:cs typeface="Calibri Light" panose="020F0302020204030204" pitchFamily="34" charset="0"/>
              </a:rPr>
              <a:t>styles</a:t>
            </a:r>
            <a:endParaRPr lang="nl-NL" sz="1000" b="1">
              <a:solidFill>
                <a:srgbClr val="2A3651"/>
              </a:solidFill>
              <a:latin typeface="Calibri Light" panose="020F0302020204030204" pitchFamily="34" charset="0"/>
              <a:cs typeface="Calibri Light" panose="020F0302020204030204" pitchFamily="34" charset="0"/>
            </a:endParaRPr>
          </a:p>
          <a:p>
            <a:pPr marL="266700" lvl="1" indent="-266700" defTabSz="685800">
              <a:lnSpc>
                <a:spcPct val="100000"/>
              </a:lnSpc>
              <a:spcBef>
                <a:spcPts val="375"/>
              </a:spcBef>
              <a:buClr>
                <a:srgbClr val="2A3651"/>
              </a:buClr>
              <a:buFont typeface="Arial" panose="020B0604020202020204" pitchFamily="34" charset="0"/>
              <a:buChar char="•"/>
            </a:pPr>
            <a:r>
              <a:rPr lang="nl-NL" sz="1000" b="0" i="0">
                <a:solidFill>
                  <a:srgbClr val="2A3651"/>
                </a:solidFill>
                <a:latin typeface="Calibri Light" panose="020F0302020204030204" pitchFamily="34" charset="0"/>
                <a:cs typeface="Calibri Light" panose="020F0302020204030204" pitchFamily="34" charset="0"/>
              </a:rPr>
              <a:t>Second level</a:t>
            </a:r>
          </a:p>
          <a:p>
            <a:pPr marL="438150" lvl="2" indent="-171450" defTabSz="685800">
              <a:lnSpc>
                <a:spcPct val="100000"/>
              </a:lnSpc>
              <a:spcBef>
                <a:spcPts val="375"/>
              </a:spcBef>
              <a:buClr>
                <a:srgbClr val="2A3651"/>
              </a:buClr>
              <a:buFont typeface="Arial" panose="020B0604020202020204" pitchFamily="34" charset="0"/>
              <a:buChar char="‒"/>
            </a:pPr>
            <a:r>
              <a:rPr lang="nl-NL" sz="1000" err="1">
                <a:solidFill>
                  <a:srgbClr val="2A3651"/>
                </a:solidFill>
                <a:latin typeface="Calibri Light" panose="020F0302020204030204" pitchFamily="34" charset="0"/>
                <a:cs typeface="Calibri Light" panose="020F0302020204030204" pitchFamily="34" charset="0"/>
              </a:rPr>
              <a:t>Third</a:t>
            </a:r>
            <a:r>
              <a:rPr lang="nl-NL" sz="1000">
                <a:solidFill>
                  <a:srgbClr val="2A3651"/>
                </a:solidFill>
                <a:latin typeface="Calibri Light" panose="020F0302020204030204" pitchFamily="34" charset="0"/>
                <a:cs typeface="Calibri Light" panose="020F0302020204030204" pitchFamily="34" charset="0"/>
              </a:rPr>
              <a:t> level</a:t>
            </a:r>
          </a:p>
        </p:txBody>
      </p:sp>
      <p:sp>
        <p:nvSpPr>
          <p:cNvPr id="12" name="Footer Placeholder 6"/>
          <p:cNvSpPr>
            <a:spLocks noGrp="1"/>
          </p:cNvSpPr>
          <p:nvPr>
            <p:ph type="ftr" sz="quarter" idx="10"/>
          </p:nvPr>
        </p:nvSpPr>
        <p:spPr>
          <a:xfrm rot="16200000">
            <a:off x="-2095305" y="3671944"/>
            <a:ext cx="4686416" cy="365125"/>
          </a:xfrm>
        </p:spPr>
        <p:txBody>
          <a:bodyPr vert="horz" lIns="91440" tIns="45720" rIns="91440" bIns="45720" rtlCol="0" anchor="ctr"/>
          <a:lstStyle>
            <a:lvl1pPr>
              <a:defRPr lang="en-US" dirty="0"/>
            </a:lvl1pPr>
          </a:lstStyle>
          <a:p>
            <a:endParaRPr lang="nl-NL"/>
          </a:p>
        </p:txBody>
      </p:sp>
      <p:sp>
        <p:nvSpPr>
          <p:cNvPr id="13" name="Title 1"/>
          <p:cNvSpPr>
            <a:spLocks noGrp="1"/>
          </p:cNvSpPr>
          <p:nvPr>
            <p:ph type="title"/>
          </p:nvPr>
        </p:nvSpPr>
        <p:spPr>
          <a:xfrm>
            <a:off x="468313" y="7867"/>
            <a:ext cx="8047037" cy="713433"/>
          </a:xfrm>
        </p:spPr>
        <p:txBody>
          <a:bodyPr/>
          <a:lstStyle>
            <a:lvl1pPr>
              <a:defRPr>
                <a:solidFill>
                  <a:srgbClr val="2A3651"/>
                </a:solidFill>
              </a:defRPr>
            </a:lvl1p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14" name="Text Placeholder 4"/>
          <p:cNvSpPr>
            <a:spLocks noGrp="1"/>
          </p:cNvSpPr>
          <p:nvPr>
            <p:ph type="body" sz="quarter" idx="20"/>
          </p:nvPr>
        </p:nvSpPr>
        <p:spPr>
          <a:xfrm>
            <a:off x="468313" y="801688"/>
            <a:ext cx="8047037" cy="307777"/>
          </a:xfrm>
        </p:spPr>
        <p:txBody>
          <a:bodyPr>
            <a:spAutoFit/>
          </a:bodyPr>
          <a:lstStyle>
            <a:lvl1pPr>
              <a:defRPr sz="1400" b="0" i="1">
                <a:solidFill>
                  <a:srgbClr val="2A3651"/>
                </a:solidFill>
              </a:defRPr>
            </a:lvl1pPr>
          </a:lstStyle>
          <a:p>
            <a:pPr lvl="0"/>
            <a:r>
              <a:rPr lang="nl-NL" err="1"/>
              <a:t>Edit</a:t>
            </a:r>
            <a:r>
              <a:rPr lang="nl-NL"/>
              <a:t> Master </a:t>
            </a:r>
            <a:r>
              <a:rPr lang="nl-NL" err="1"/>
              <a:t>text</a:t>
            </a:r>
            <a:r>
              <a:rPr lang="nl-NL"/>
              <a:t> </a:t>
            </a:r>
            <a:r>
              <a:rPr lang="nl-NL" err="1"/>
              <a:t>styles</a:t>
            </a:r>
            <a:endParaRPr lang="nl-NL"/>
          </a:p>
        </p:txBody>
      </p:sp>
    </p:spTree>
    <p:extLst>
      <p:ext uri="{BB962C8B-B14F-4D97-AF65-F5344CB8AC3E}">
        <p14:creationId xmlns:p14="http://schemas.microsoft.com/office/powerpoint/2010/main" val="1103234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Agenda Divider">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21" name="think-cell Slide" r:id="rId4" imgW="360" imgH="360" progId="TCLayout.ActiveDocument.1">
                  <p:embed/>
                </p:oleObj>
              </mc:Choice>
              <mc:Fallback>
                <p:oleObj name="think-cell Slide" r:id="rId4" imgW="360" imgH="360" progId="TCLayout.ActiveDocument.1">
                  <p:embed/>
                  <p:pic>
                    <p:nvPicPr>
                      <p:cNvPr id="8" name="Object 7"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solidFill>
                  <a:srgbClr val="2A3651"/>
                </a:solidFill>
              </a:defRPr>
            </a:lvl1pPr>
          </a:lstStyle>
          <a:p>
            <a:r>
              <a:rPr lang="nl-NL"/>
              <a:t>Agenda</a:t>
            </a:r>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
        <p:nvSpPr>
          <p:cNvPr id="5" name="Text Placeholder 4"/>
          <p:cNvSpPr>
            <a:spLocks noGrp="1"/>
          </p:cNvSpPr>
          <p:nvPr>
            <p:ph type="body" sz="quarter" idx="12"/>
          </p:nvPr>
        </p:nvSpPr>
        <p:spPr>
          <a:xfrm>
            <a:off x="468313" y="2182813"/>
            <a:ext cx="8047037" cy="954107"/>
          </a:xfrm>
        </p:spPr>
        <p:txBody>
          <a:bodyPr>
            <a:spAutoFit/>
          </a:bodyPr>
          <a:lstStyle>
            <a:lvl1pPr marL="0" marR="0" indent="0" algn="l" defTabSz="685800" rtl="0" eaLnBrk="1" fontAlgn="auto" latinLnBrk="0" hangingPunct="1">
              <a:lnSpc>
                <a:spcPct val="100000"/>
              </a:lnSpc>
              <a:spcBef>
                <a:spcPts val="0"/>
              </a:spcBef>
              <a:spcAft>
                <a:spcPts val="0"/>
              </a:spcAft>
              <a:buClr>
                <a:schemeClr val="bg1"/>
              </a:buClr>
              <a:buSzTx/>
              <a:buFont typeface="Arial" panose="020B0604020202020204" pitchFamily="34" charset="0"/>
              <a:buNone/>
              <a:tabLst/>
              <a:defRPr sz="1400" b="0">
                <a:solidFill>
                  <a:srgbClr val="2A3651"/>
                </a:solidFill>
              </a:defRPr>
            </a:lvl1pPr>
            <a:lvl2pPr marL="285750" marR="0" indent="-285750" algn="l" defTabSz="685800" rtl="0" eaLnBrk="1" fontAlgn="auto" latinLnBrk="0" hangingPunct="1">
              <a:lnSpc>
                <a:spcPct val="100000"/>
              </a:lnSpc>
              <a:spcBef>
                <a:spcPts val="375"/>
              </a:spcBef>
              <a:spcAft>
                <a:spcPts val="0"/>
              </a:spcAft>
              <a:buClr>
                <a:schemeClr val="tx1"/>
              </a:buClr>
              <a:buSzTx/>
              <a:buFont typeface="Arial" panose="020B0604020202020204" pitchFamily="34" charset="0"/>
              <a:buChar char="•"/>
              <a:tabLst/>
              <a:defRPr sz="1400" b="0" baseline="0">
                <a:solidFill>
                  <a:srgbClr val="2A3651"/>
                </a:solidFill>
              </a:defRPr>
            </a:lvl2pPr>
          </a:lstStyle>
          <a:p>
            <a:pPr marL="0" marR="0" lvl="0" indent="0" algn="l" defTabSz="685800" rtl="0" eaLnBrk="1" fontAlgn="auto" latinLnBrk="0" hangingPunct="1">
              <a:lnSpc>
                <a:spcPct val="100000"/>
              </a:lnSpc>
              <a:spcBef>
                <a:spcPts val="0"/>
              </a:spcBef>
              <a:spcAft>
                <a:spcPts val="0"/>
              </a:spcAft>
              <a:buClr>
                <a:schemeClr val="bg1"/>
              </a:buClr>
              <a:buSzTx/>
              <a:buFont typeface="Arial" panose="020B0604020202020204" pitchFamily="34" charset="0"/>
              <a:buNone/>
              <a:tabLst/>
              <a:defRPr/>
            </a:pPr>
            <a:r>
              <a:rPr lang="nl-NL" err="1"/>
              <a:t>Edit</a:t>
            </a:r>
            <a:r>
              <a:rPr lang="nl-NL"/>
              <a:t> Master </a:t>
            </a:r>
            <a:r>
              <a:rPr lang="nl-NL" err="1"/>
              <a:t>text</a:t>
            </a:r>
            <a:r>
              <a:rPr lang="nl-NL"/>
              <a:t> </a:t>
            </a:r>
            <a:r>
              <a:rPr lang="nl-NL" err="1"/>
              <a:t>styles</a:t>
            </a:r>
            <a:endParaRPr lang="nl-NL"/>
          </a:p>
          <a:p>
            <a:pPr marL="0" marR="0" lvl="1" indent="0" algn="l" defTabSz="685800" rtl="0" eaLnBrk="1" fontAlgn="auto" latinLnBrk="0" hangingPunct="1">
              <a:lnSpc>
                <a:spcPct val="100000"/>
              </a:lnSpc>
              <a:spcBef>
                <a:spcPts val="0"/>
              </a:spcBef>
              <a:spcAft>
                <a:spcPts val="0"/>
              </a:spcAft>
              <a:buClr>
                <a:schemeClr val="bg1"/>
              </a:buClr>
              <a:buSzTx/>
              <a:buFont typeface="Arial" panose="020B0604020202020204" pitchFamily="34" charset="0"/>
              <a:buNone/>
              <a:tabLst/>
              <a:defRPr/>
            </a:pPr>
            <a:r>
              <a:rPr lang="nl-NL"/>
              <a:t>Second level</a:t>
            </a:r>
          </a:p>
          <a:p>
            <a:pPr marL="0" marR="0" lvl="2" indent="0" algn="l" defTabSz="685800" rtl="0" eaLnBrk="1" fontAlgn="auto" latinLnBrk="0" hangingPunct="1">
              <a:lnSpc>
                <a:spcPct val="100000"/>
              </a:lnSpc>
              <a:spcBef>
                <a:spcPts val="0"/>
              </a:spcBef>
              <a:spcAft>
                <a:spcPts val="0"/>
              </a:spcAft>
              <a:buClr>
                <a:schemeClr val="bg1"/>
              </a:buClr>
              <a:buSzTx/>
              <a:buFont typeface="Arial" panose="020B0604020202020204" pitchFamily="34" charset="0"/>
              <a:buNone/>
              <a:tabLst/>
              <a:defRPr/>
            </a:pPr>
            <a:r>
              <a:rPr lang="nl-NL" err="1"/>
              <a:t>Third</a:t>
            </a:r>
            <a:r>
              <a:rPr lang="nl-NL"/>
              <a:t> level</a:t>
            </a:r>
          </a:p>
          <a:p>
            <a:pPr marL="0" marR="0" lvl="3" indent="0" algn="l" defTabSz="685800" rtl="0" eaLnBrk="1" fontAlgn="auto" latinLnBrk="0" hangingPunct="1">
              <a:lnSpc>
                <a:spcPct val="100000"/>
              </a:lnSpc>
              <a:spcBef>
                <a:spcPts val="0"/>
              </a:spcBef>
              <a:spcAft>
                <a:spcPts val="0"/>
              </a:spcAft>
              <a:buClr>
                <a:schemeClr val="bg1"/>
              </a:buClr>
              <a:buSzTx/>
              <a:buFont typeface="Arial" panose="020B0604020202020204" pitchFamily="34" charset="0"/>
              <a:buNone/>
              <a:tabLst/>
              <a:defRPr/>
            </a:pPr>
            <a:r>
              <a:rPr lang="nl-NL" err="1"/>
              <a:t>Fourth</a:t>
            </a:r>
            <a:r>
              <a:rPr lang="nl-NL"/>
              <a:t> level</a:t>
            </a:r>
          </a:p>
        </p:txBody>
      </p:sp>
    </p:spTree>
    <p:extLst>
      <p:ext uri="{BB962C8B-B14F-4D97-AF65-F5344CB8AC3E}">
        <p14:creationId xmlns:p14="http://schemas.microsoft.com/office/powerpoint/2010/main" val="4146478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Divider">
    <p:spTree>
      <p:nvGrpSpPr>
        <p:cNvPr id="1" name=""/>
        <p:cNvGrpSpPr/>
        <p:nvPr/>
      </p:nvGrpSpPr>
      <p:grpSpPr>
        <a:xfrm>
          <a:off x="0" y="0"/>
          <a:ext cx="0" cy="0"/>
          <a:chOff x="0" y="0"/>
          <a:chExt cx="0" cy="0"/>
        </a:xfrm>
      </p:grpSpPr>
      <p:sp>
        <p:nvSpPr>
          <p:cNvPr id="2" name="Title 1"/>
          <p:cNvSpPr>
            <a:spLocks noGrp="1"/>
          </p:cNvSpPr>
          <p:nvPr>
            <p:ph type="title"/>
          </p:nvPr>
        </p:nvSpPr>
        <p:spPr>
          <a:xfrm>
            <a:off x="0" y="3058136"/>
            <a:ext cx="9144000" cy="716606"/>
          </a:xfrm>
          <a:solidFill>
            <a:srgbClr val="2A3651"/>
          </a:solidFill>
          <a:ln w="12700" algn="ctr">
            <a:noFill/>
            <a:miter lim="800000"/>
            <a:headEnd/>
            <a:tailEnd/>
          </a:ln>
        </p:spPr>
        <p:txBody>
          <a:bodyPr lIns="435357" tIns="217678" bIns="217678" anchor="ctr">
            <a:spAutoFit/>
          </a:bodyPr>
          <a:lstStyle>
            <a:lvl1pPr>
              <a:defRPr lang="en-US">
                <a:solidFill>
                  <a:schemeClr val="bg1"/>
                </a:solidFill>
                <a:latin typeface="Calibri Light" panose="020F0302020204030204" pitchFamily="34" charset="0"/>
                <a:ea typeface="+mn-ea"/>
                <a:cs typeface="Calibri Light" panose="020F0302020204030204" pitchFamily="34" charset="0"/>
              </a:defRPr>
            </a:lvl1pPr>
          </a:lstStyle>
          <a:p>
            <a:pPr marL="0" lvl="0" defTabSz="914400">
              <a:spcBef>
                <a:spcPct val="20000"/>
              </a:spcBef>
            </a:pPr>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4" name="Slide Number Placeholder 3"/>
          <p:cNvSpPr>
            <a:spLocks noGrp="1"/>
          </p:cNvSpPr>
          <p:nvPr>
            <p:ph type="sldNum" sz="quarter" idx="11"/>
          </p:nvPr>
        </p:nvSpPr>
        <p:spPr/>
        <p:txBody>
          <a:bodyPr/>
          <a:lstStyle/>
          <a:p>
            <a:fld id="{3131893D-A0E0-4BEF-8FC1-EE1E60E7E04A}" type="slidenum">
              <a:rPr lang="nl-NL" smtClean="0"/>
              <a:t>‹#›</a:t>
            </a:fld>
            <a:endParaRPr lang="nl-NL"/>
          </a:p>
        </p:txBody>
      </p:sp>
    </p:spTree>
    <p:extLst>
      <p:ext uri="{BB962C8B-B14F-4D97-AF65-F5344CB8AC3E}">
        <p14:creationId xmlns:p14="http://schemas.microsoft.com/office/powerpoint/2010/main" val="327466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15" name="Guidlines" hidden="1"/>
          <p:cNvGrpSpPr/>
          <p:nvPr userDrawn="1"/>
        </p:nvGrpSpPr>
        <p:grpSpPr>
          <a:xfrm>
            <a:off x="-180528" y="188640"/>
            <a:ext cx="8803828" cy="6768752"/>
            <a:chOff x="-180528" y="188640"/>
            <a:chExt cx="8803828" cy="6768752"/>
          </a:xfrm>
        </p:grpSpPr>
        <p:cxnSp>
          <p:nvCxnSpPr>
            <p:cNvPr id="12" name="Guideline"/>
            <p:cNvCxnSpPr/>
            <p:nvPr userDrawn="1"/>
          </p:nvCxnSpPr>
          <p:spPr>
            <a:xfrm>
              <a:off x="489904"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3" name="Guideline"/>
            <p:cNvCxnSpPr/>
            <p:nvPr userDrawn="1"/>
          </p:nvCxnSpPr>
          <p:spPr>
            <a:xfrm>
              <a:off x="-180528" y="5768975"/>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4" name="Guideline"/>
            <p:cNvCxnSpPr/>
            <p:nvPr userDrawn="1"/>
          </p:nvCxnSpPr>
          <p:spPr>
            <a:xfrm>
              <a:off x="-180528" y="6171080"/>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636815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marL="177800" indent="-177800"/>
            <a:endParaRPr lang="nl-NL"/>
          </a:p>
        </p:txBody>
      </p:sp>
      <p:sp>
        <p:nvSpPr>
          <p:cNvPr id="6" name="Slide Number Placeholder 5"/>
          <p:cNvSpPr>
            <a:spLocks noGrp="1"/>
          </p:cNvSpPr>
          <p:nvPr>
            <p:ph type="sldNum" sz="quarter" idx="11"/>
          </p:nvPr>
        </p:nvSpPr>
        <p:spPr/>
        <p:txBody>
          <a:bodyPr/>
          <a:lstStyle/>
          <a:p>
            <a:fld id="{3131893D-A0E0-4BEF-8FC1-EE1E60E7E04A}" type="slidenum">
              <a:rPr lang="nl-NL" smtClean="0"/>
              <a:t>‹#›</a:t>
            </a:fld>
            <a:endParaRPr lang="nl-NL"/>
          </a:p>
        </p:txBody>
      </p:sp>
    </p:spTree>
    <p:extLst>
      <p:ext uri="{BB962C8B-B14F-4D97-AF65-F5344CB8AC3E}">
        <p14:creationId xmlns:p14="http://schemas.microsoft.com/office/powerpoint/2010/main" val="1551139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8"/>
            </p:custDataLst>
            <p:extLst>
              <p:ext uri="{D42A27DB-BD31-4B8C-83A1-F6EECF244321}">
                <p14:modId xmlns:p14="http://schemas.microsoft.com/office/powerpoint/2010/main" val="283233578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9" name="think-cell Slide" r:id="rId20" imgW="276" imgH="274" progId="TCLayout.ActiveDocument.1">
                  <p:embed/>
                </p:oleObj>
              </mc:Choice>
              <mc:Fallback>
                <p:oleObj name="think-cell Slide" r:id="rId20" imgW="276" imgH="274" progId="TCLayout.ActiveDocument.1">
                  <p:embed/>
                  <p:pic>
                    <p:nvPicPr>
                      <p:cNvPr id="4" name="Object 3" hidden="1"/>
                      <p:cNvPicPr/>
                      <p:nvPr/>
                    </p:nvPicPr>
                    <p:blipFill>
                      <a:blip r:embed="rId21"/>
                      <a:stretch>
                        <a:fillRect/>
                      </a:stretch>
                    </p:blipFill>
                    <p:spPr>
                      <a:xfrm>
                        <a:off x="1588" y="1588"/>
                        <a:ext cx="1587" cy="1587"/>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3840AA7-9DE3-4C29-9719-AF95709856F4}"/>
              </a:ext>
            </a:extLst>
          </p:cNvPr>
          <p:cNvSpPr/>
          <p:nvPr userDrawn="1">
            <p:custDataLst>
              <p:tags r:id="rId19"/>
            </p:custDataLst>
          </p:nvPr>
        </p:nvSpPr>
        <p:spPr>
          <a:xfrm>
            <a:off x="0" y="0"/>
            <a:ext cx="158750" cy="158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endParaRPr lang="nl-NL" sz="2000" b="0" i="0" baseline="0" err="1">
              <a:solidFill>
                <a:schemeClr val="tx1"/>
              </a:solidFill>
              <a:latin typeface="Calibri Light" panose="020F0302020204030204" pitchFamily="34" charset="0"/>
              <a:ea typeface="+mj-ea"/>
              <a:cs typeface="Calibri Light" panose="020F0302020204030204" pitchFamily="34" charset="0"/>
              <a:sym typeface="Calibri Light" panose="020F0302020204030204" pitchFamily="34" charset="0"/>
            </a:endParaRPr>
          </a:p>
        </p:txBody>
      </p:sp>
      <p:sp>
        <p:nvSpPr>
          <p:cNvPr id="2" name="Title Placeholder 1"/>
          <p:cNvSpPr>
            <a:spLocks noGrp="1"/>
          </p:cNvSpPr>
          <p:nvPr>
            <p:ph type="title"/>
          </p:nvPr>
        </p:nvSpPr>
        <p:spPr>
          <a:xfrm>
            <a:off x="468313" y="364858"/>
            <a:ext cx="8047037" cy="713433"/>
          </a:xfrm>
          <a:prstGeom prst="rect">
            <a:avLst/>
          </a:prstGeom>
        </p:spPr>
        <p:txBody>
          <a:bodyPr vert="horz" lIns="91440" tIns="45720" rIns="91440" bIns="45720" rtlCol="0" anchor="ctr" anchorCtr="0">
            <a:normAutofit/>
          </a:bodyPr>
          <a:lstStyle/>
          <a:p>
            <a:r>
              <a:rPr lang="nl-NL"/>
              <a:t>Click </a:t>
            </a:r>
            <a:r>
              <a:rPr lang="nl-NL" err="1"/>
              <a:t>to</a:t>
            </a:r>
            <a:r>
              <a:rPr lang="nl-NL"/>
              <a:t> </a:t>
            </a:r>
            <a:r>
              <a:rPr lang="nl-NL" err="1"/>
              <a:t>edit</a:t>
            </a:r>
            <a:r>
              <a:rPr lang="nl-NL"/>
              <a:t> Master </a:t>
            </a:r>
            <a:r>
              <a:rPr lang="nl-NL" err="1"/>
              <a:t>title</a:t>
            </a:r>
            <a:r>
              <a:rPr lang="nl-NL"/>
              <a:t> </a:t>
            </a:r>
            <a:r>
              <a:rPr lang="nl-NL" err="1"/>
              <a:t>style</a:t>
            </a:r>
            <a:endParaRPr lang="nl-NL"/>
          </a:p>
        </p:txBody>
      </p:sp>
      <p:sp>
        <p:nvSpPr>
          <p:cNvPr id="3" name="Text Placeholder 2"/>
          <p:cNvSpPr>
            <a:spLocks noGrp="1"/>
          </p:cNvSpPr>
          <p:nvPr>
            <p:ph type="body" idx="1"/>
          </p:nvPr>
        </p:nvSpPr>
        <p:spPr>
          <a:xfrm>
            <a:off x="468313" y="1520825"/>
            <a:ext cx="8047038" cy="4656138"/>
          </a:xfrm>
          <a:prstGeom prst="rect">
            <a:avLst/>
          </a:prstGeom>
        </p:spPr>
        <p:txBody>
          <a:bodyPr vert="horz" lIns="91440" tIns="45720" rIns="91440" bIns="45720" rtlCol="0">
            <a:normAutofit/>
          </a:bodyPr>
          <a:lstStyle/>
          <a:p>
            <a:pPr lvl="0"/>
            <a:r>
              <a:rPr lang="nl-NL" err="1"/>
              <a:t>Edit</a:t>
            </a:r>
            <a:r>
              <a:rPr lang="nl-NL"/>
              <a:t> Master </a:t>
            </a:r>
            <a:r>
              <a:rPr lang="nl-NL" err="1"/>
              <a:t>text</a:t>
            </a:r>
            <a:r>
              <a:rPr lang="nl-NL"/>
              <a:t> </a:t>
            </a:r>
            <a:r>
              <a:rPr lang="nl-NL" err="1"/>
              <a:t>styles</a:t>
            </a:r>
            <a:endParaRPr lang="nl-NL"/>
          </a:p>
          <a:p>
            <a:pPr lvl="1"/>
            <a:r>
              <a:rPr lang="nl-NL"/>
              <a:t>Second level</a:t>
            </a:r>
          </a:p>
          <a:p>
            <a:pPr lvl="2"/>
            <a:r>
              <a:rPr lang="nl-NL" err="1"/>
              <a:t>Third</a:t>
            </a:r>
            <a:r>
              <a:rPr lang="nl-NL"/>
              <a:t> level</a:t>
            </a:r>
          </a:p>
        </p:txBody>
      </p:sp>
      <p:sp>
        <p:nvSpPr>
          <p:cNvPr id="5" name="Footer Placeholder 4"/>
          <p:cNvSpPr>
            <a:spLocks noGrp="1"/>
          </p:cNvSpPr>
          <p:nvPr>
            <p:ph type="ftr" sz="quarter" idx="3"/>
          </p:nvPr>
        </p:nvSpPr>
        <p:spPr>
          <a:xfrm rot="16200000">
            <a:off x="-2095305" y="3671944"/>
            <a:ext cx="4686416" cy="365125"/>
          </a:xfrm>
          <a:prstGeom prst="rect">
            <a:avLst/>
          </a:prstGeom>
        </p:spPr>
        <p:txBody>
          <a:bodyPr vert="horz" lIns="91440" tIns="45720" rIns="91440" bIns="45720" rtlCol="0" anchor="ctr"/>
          <a:lstStyle>
            <a:lvl1pPr marL="15875" indent="0" algn="ctr">
              <a:buClr>
                <a:schemeClr val="accent4"/>
              </a:buClr>
              <a:buFontTx/>
              <a:buNone/>
              <a:defRPr sz="700">
                <a:solidFill>
                  <a:schemeClr val="bg1">
                    <a:lumMod val="50000"/>
                  </a:schemeClr>
                </a:solidFill>
                <a:latin typeface="Calibri Light" panose="020F0302020204030204" pitchFamily="34" charset="0"/>
                <a:cs typeface="Calibri Light" panose="020F0302020204030204" pitchFamily="34" charset="0"/>
              </a:defRPr>
            </a:lvl1pPr>
          </a:lstStyle>
          <a:p>
            <a:endParaRPr lang="nl-NL"/>
          </a:p>
        </p:txBody>
      </p:sp>
      <p:sp>
        <p:nvSpPr>
          <p:cNvPr id="6" name="Slide Number Placeholder 5"/>
          <p:cNvSpPr>
            <a:spLocks noGrp="1"/>
          </p:cNvSpPr>
          <p:nvPr>
            <p:ph type="sldNum" sz="quarter" idx="4"/>
          </p:nvPr>
        </p:nvSpPr>
        <p:spPr>
          <a:xfrm>
            <a:off x="4043044" y="6492875"/>
            <a:ext cx="1057911" cy="365125"/>
          </a:xfrm>
          <a:prstGeom prst="rect">
            <a:avLst/>
          </a:prstGeom>
        </p:spPr>
        <p:txBody>
          <a:bodyPr vert="horz" lIns="91440" tIns="45720" rIns="91440" bIns="45720" rtlCol="0" anchor="ctr"/>
          <a:lstStyle>
            <a:lvl1pPr algn="ctr">
              <a:defRPr sz="1000">
                <a:solidFill>
                  <a:srgbClr val="2A3651"/>
                </a:solidFill>
                <a:latin typeface="Calibri Light" panose="020F0302020204030204" pitchFamily="34" charset="0"/>
                <a:cs typeface="Calibri Light" panose="020F0302020204030204" pitchFamily="34" charset="0"/>
              </a:defRPr>
            </a:lvl1pPr>
          </a:lstStyle>
          <a:p>
            <a:fld id="{3131893D-A0E0-4BEF-8FC1-EE1E60E7E04A}" type="slidenum">
              <a:rPr lang="nl-NL" smtClean="0"/>
              <a:pPr/>
              <a:t>‹#›</a:t>
            </a:fld>
            <a:endParaRPr lang="nl-NL"/>
          </a:p>
        </p:txBody>
      </p:sp>
      <p:grpSp>
        <p:nvGrpSpPr>
          <p:cNvPr id="34" name="Levels" hidden="1"/>
          <p:cNvGrpSpPr/>
          <p:nvPr/>
        </p:nvGrpSpPr>
        <p:grpSpPr>
          <a:xfrm>
            <a:off x="571500" y="188640"/>
            <a:ext cx="751507" cy="6768752"/>
            <a:chOff x="571500" y="188640"/>
            <a:chExt cx="751507" cy="6768752"/>
          </a:xfrm>
        </p:grpSpPr>
        <p:cxnSp>
          <p:nvCxnSpPr>
            <p:cNvPr id="15" name="Straight Connector 14"/>
            <p:cNvCxnSpPr/>
            <p:nvPr/>
          </p:nvCxnSpPr>
          <p:spPr>
            <a:xfrm>
              <a:off x="571500"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827584"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55576"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3608"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850899"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1106983"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1034975"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1323007"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39" name="Guides" hidden="1"/>
          <p:cNvGrpSpPr/>
          <p:nvPr/>
        </p:nvGrpSpPr>
        <p:grpSpPr>
          <a:xfrm>
            <a:off x="-284667" y="188640"/>
            <a:ext cx="8907967" cy="6787198"/>
            <a:chOff x="-284667" y="188640"/>
            <a:chExt cx="8907967" cy="6787198"/>
          </a:xfrm>
        </p:grpSpPr>
        <p:cxnSp>
          <p:nvCxnSpPr>
            <p:cNvPr id="10" name="Straight Connector 9"/>
            <p:cNvCxnSpPr/>
            <p:nvPr/>
          </p:nvCxnSpPr>
          <p:spPr>
            <a:xfrm>
              <a:off x="481437"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84667" y="2245359"/>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180528" y="620298"/>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284667" y="1834305"/>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flipH="1">
              <a:off x="224366" y="6347460"/>
              <a:ext cx="7947662"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8528296" y="207086"/>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28" name="Levels" hidden="1"/>
          <p:cNvGrpSpPr/>
          <p:nvPr userDrawn="1"/>
        </p:nvGrpSpPr>
        <p:grpSpPr>
          <a:xfrm>
            <a:off x="571500" y="188640"/>
            <a:ext cx="751507" cy="6768752"/>
            <a:chOff x="571500" y="188640"/>
            <a:chExt cx="751507" cy="6768752"/>
          </a:xfrm>
        </p:grpSpPr>
        <p:cxnSp>
          <p:nvCxnSpPr>
            <p:cNvPr id="29" name="Straight Connector 28"/>
            <p:cNvCxnSpPr/>
            <p:nvPr userDrawn="1"/>
          </p:nvCxnSpPr>
          <p:spPr>
            <a:xfrm>
              <a:off x="571500"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827584"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755576"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043608"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850899"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06983"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034975"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323007"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grpSp>
      <p:grpSp>
        <p:nvGrpSpPr>
          <p:cNvPr id="45" name="Guides" hidden="1"/>
          <p:cNvGrpSpPr/>
          <p:nvPr userDrawn="1"/>
        </p:nvGrpSpPr>
        <p:grpSpPr>
          <a:xfrm>
            <a:off x="-284667" y="188640"/>
            <a:ext cx="8907967" cy="6787198"/>
            <a:chOff x="-284667" y="188640"/>
            <a:chExt cx="8907967" cy="6787198"/>
          </a:xfrm>
        </p:grpSpPr>
        <p:cxnSp>
          <p:nvCxnSpPr>
            <p:cNvPr id="46" name="Straight Connector 45"/>
            <p:cNvCxnSpPr/>
            <p:nvPr userDrawn="1"/>
          </p:nvCxnSpPr>
          <p:spPr>
            <a:xfrm>
              <a:off x="481437" y="188640"/>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userDrawn="1"/>
          </p:nvCxnSpPr>
          <p:spPr>
            <a:xfrm>
              <a:off x="-284667" y="2245359"/>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userDrawn="1"/>
          </p:nvCxnSpPr>
          <p:spPr>
            <a:xfrm>
              <a:off x="-180528" y="620298"/>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userDrawn="1"/>
          </p:nvCxnSpPr>
          <p:spPr>
            <a:xfrm>
              <a:off x="-284667" y="1834305"/>
              <a:ext cx="8803828" cy="0"/>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userDrawn="1"/>
          </p:nvCxnSpPr>
          <p:spPr>
            <a:xfrm flipH="1">
              <a:off x="224366" y="6347460"/>
              <a:ext cx="7947662"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userDrawn="1"/>
          </p:nvCxnSpPr>
          <p:spPr>
            <a:xfrm>
              <a:off x="8528296" y="207086"/>
              <a:ext cx="0" cy="6768752"/>
            </a:xfrm>
            <a:prstGeom prst="line">
              <a:avLst/>
            </a:prstGeom>
            <a:effectLst/>
          </p:spPr>
          <p:style>
            <a:lnRef idx="2">
              <a:schemeClr val="accent1"/>
            </a:lnRef>
            <a:fillRef idx="0">
              <a:schemeClr val="accent1"/>
            </a:fillRef>
            <a:effectRef idx="1">
              <a:schemeClr val="accent1"/>
            </a:effectRef>
            <a:fontRef idx="minor">
              <a:schemeClr val="tx1"/>
            </a:fontRef>
          </p:style>
        </p:cxnSp>
      </p:grpSp>
      <p:pic>
        <p:nvPicPr>
          <p:cNvPr id="55" name="Picture 319" descr="Afbeeldingsresultaat voor awect">
            <a:extLst>
              <a:ext uri="{FF2B5EF4-FFF2-40B4-BE49-F238E27FC236}">
                <a16:creationId xmlns:a16="http://schemas.microsoft.com/office/drawing/2014/main" id="{0D4FCD61-05C9-40D9-B7E3-1CB34145EC17}"/>
              </a:ext>
            </a:extLst>
          </p:cNvPr>
          <p:cNvPicPr>
            <a:picLocks noChangeAspect="1" noChangeArrowheads="1"/>
          </p:cNvPicPr>
          <p:nvPr userDrawn="1"/>
        </p:nvPicPr>
        <p:blipFill>
          <a:blip r:embed="rId22" cstate="print">
            <a:extLst>
              <a:ext uri="{28A0092B-C50C-407E-A947-70E740481C1C}">
                <a14:useLocalDpi xmlns:a14="http://schemas.microsoft.com/office/drawing/2010/main"/>
              </a:ext>
            </a:extLst>
          </a:blip>
          <a:srcRect/>
          <a:stretch>
            <a:fillRect/>
          </a:stretch>
        </p:blipFill>
        <p:spPr bwMode="auto">
          <a:xfrm>
            <a:off x="8295228" y="410088"/>
            <a:ext cx="454602" cy="62297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69C75572-E80E-4759-A4BF-52E748A42D02}"/>
              </a:ext>
            </a:extLst>
          </p:cNvPr>
          <p:cNvSpPr/>
          <p:nvPr userDrawn="1"/>
        </p:nvSpPr>
        <p:spPr>
          <a:xfrm>
            <a:off x="2887253" y="16545"/>
            <a:ext cx="3118973" cy="3623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0" i="1" dirty="0">
                <a:solidFill>
                  <a:schemeClr val="tx1"/>
                </a:solidFill>
                <a:latin typeface="Calibri Light" panose="020F0302020204030204" pitchFamily="34" charset="0"/>
                <a:cs typeface="Calibri Light" panose="020F0302020204030204" pitchFamily="34" charset="0"/>
              </a:rPr>
              <a:t>Strictly confidential | March 2021</a:t>
            </a:r>
            <a:endParaRPr lang="x-none" sz="1000" b="0" i="1" dirty="0">
              <a:solidFill>
                <a:schemeClr val="tx1"/>
              </a:solidFill>
              <a:latin typeface="Calibri Light" panose="020F0302020204030204" pitchFamily="34" charset="0"/>
              <a:cs typeface="Calibri Light" panose="020F0302020204030204" pitchFamily="34" charset="0"/>
            </a:endParaRPr>
          </a:p>
        </p:txBody>
      </p:sp>
      <p:sp>
        <p:nvSpPr>
          <p:cNvPr id="9" name="Rectangle 8">
            <a:extLst>
              <a:ext uri="{FF2B5EF4-FFF2-40B4-BE49-F238E27FC236}">
                <a16:creationId xmlns:a16="http://schemas.microsoft.com/office/drawing/2014/main" id="{41E784A5-D5C2-415E-BC75-3B0308C52094}"/>
              </a:ext>
            </a:extLst>
          </p:cNvPr>
          <p:cNvSpPr/>
          <p:nvPr userDrawn="1"/>
        </p:nvSpPr>
        <p:spPr>
          <a:xfrm>
            <a:off x="-1472582" y="3175"/>
            <a:ext cx="1064707" cy="553389"/>
          </a:xfrm>
          <a:prstGeom prst="rect">
            <a:avLst/>
          </a:prstGeom>
          <a:solidFill>
            <a:srgbClr val="003D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sp>
        <p:nvSpPr>
          <p:cNvPr id="54" name="Rectangle 53">
            <a:extLst>
              <a:ext uri="{FF2B5EF4-FFF2-40B4-BE49-F238E27FC236}">
                <a16:creationId xmlns:a16="http://schemas.microsoft.com/office/drawing/2014/main" id="{4F99249B-4FE0-4A3E-9647-11B39824C551}"/>
              </a:ext>
            </a:extLst>
          </p:cNvPr>
          <p:cNvSpPr/>
          <p:nvPr userDrawn="1"/>
        </p:nvSpPr>
        <p:spPr>
          <a:xfrm>
            <a:off x="-1472582" y="859631"/>
            <a:ext cx="1064707" cy="553389"/>
          </a:xfrm>
          <a:prstGeom prst="rect">
            <a:avLst/>
          </a:prstGeom>
          <a:solidFill>
            <a:srgbClr val="2A634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sp>
        <p:nvSpPr>
          <p:cNvPr id="56" name="Rectangle 55">
            <a:extLst>
              <a:ext uri="{FF2B5EF4-FFF2-40B4-BE49-F238E27FC236}">
                <a16:creationId xmlns:a16="http://schemas.microsoft.com/office/drawing/2014/main" id="{27E3A7D2-BC3C-4178-9076-A1028E56D1FD}"/>
              </a:ext>
            </a:extLst>
          </p:cNvPr>
          <p:cNvSpPr/>
          <p:nvPr userDrawn="1"/>
        </p:nvSpPr>
        <p:spPr>
          <a:xfrm>
            <a:off x="-1472582" y="1716087"/>
            <a:ext cx="1064707" cy="553389"/>
          </a:xfrm>
          <a:prstGeom prst="rect">
            <a:avLst/>
          </a:prstGeom>
          <a:solidFill>
            <a:srgbClr val="59A94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sp>
        <p:nvSpPr>
          <p:cNvPr id="57" name="Rectangle 56">
            <a:extLst>
              <a:ext uri="{FF2B5EF4-FFF2-40B4-BE49-F238E27FC236}">
                <a16:creationId xmlns:a16="http://schemas.microsoft.com/office/drawing/2014/main" id="{D6EC2559-1B59-4DBF-8D1C-563DDF106291}"/>
              </a:ext>
            </a:extLst>
          </p:cNvPr>
          <p:cNvSpPr/>
          <p:nvPr userDrawn="1"/>
        </p:nvSpPr>
        <p:spPr>
          <a:xfrm>
            <a:off x="-1472582" y="2572543"/>
            <a:ext cx="1064707" cy="553389"/>
          </a:xfrm>
          <a:prstGeom prst="rect">
            <a:avLst/>
          </a:prstGeom>
          <a:solidFill>
            <a:srgbClr val="C9E5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x-none" sz="1200" err="1">
              <a:solidFill>
                <a:schemeClr val="tx1"/>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075198919"/>
      </p:ext>
    </p:extLst>
  </p:cSld>
  <p:clrMap bg1="lt1" tx1="dk1" bg2="lt2" tx2="dk2" accent1="accent1" accent2="accent2" accent3="accent3" accent4="accent4" accent5="accent5" accent6="accent6" hlink="hlink" folHlink="folHlink"/>
  <p:sldLayoutIdLst>
    <p:sldLayoutId id="2147483753" r:id="rId1"/>
    <p:sldLayoutId id="2147483755" r:id="rId2"/>
    <p:sldLayoutId id="2147483710" r:id="rId3"/>
    <p:sldLayoutId id="2147483731" r:id="rId4"/>
    <p:sldLayoutId id="2147483748" r:id="rId5"/>
    <p:sldLayoutId id="2147483747" r:id="rId6"/>
    <p:sldLayoutId id="2147483746" r:id="rId7"/>
    <p:sldLayoutId id="2147483751" r:id="rId8"/>
    <p:sldLayoutId id="2147483737" r:id="rId9"/>
    <p:sldLayoutId id="2147483738" r:id="rId10"/>
    <p:sldLayoutId id="2147483744" r:id="rId11"/>
    <p:sldLayoutId id="2147483752" r:id="rId12"/>
    <p:sldLayoutId id="2147483740" r:id="rId13"/>
    <p:sldLayoutId id="2147483729" r:id="rId14"/>
    <p:sldLayoutId id="2147483754" r:id="rId15"/>
  </p:sldLayoutIdLst>
  <p:hf hdr="0" ftr="0" dt="0"/>
  <p:txStyles>
    <p:titleStyle>
      <a:lvl1pPr algn="l" defTabSz="685800" rtl="0" eaLnBrk="1" latinLnBrk="0" hangingPunct="1">
        <a:lnSpc>
          <a:spcPct val="100000"/>
        </a:lnSpc>
        <a:spcBef>
          <a:spcPts val="24"/>
        </a:spcBef>
        <a:buNone/>
        <a:defRPr sz="2000" b="0" kern="1200">
          <a:solidFill>
            <a:srgbClr val="2A3651"/>
          </a:solidFill>
          <a:latin typeface="Calibri Light" panose="020F030202020403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0"/>
        </a:spcBef>
        <a:buClr>
          <a:schemeClr val="bg1"/>
        </a:buClr>
        <a:buFont typeface="Arial" panose="020B0604020202020204" pitchFamily="34" charset="0"/>
        <a:buNone/>
        <a:defRPr sz="1200" b="1" kern="1200">
          <a:solidFill>
            <a:srgbClr val="2A3651"/>
          </a:solidFill>
          <a:latin typeface="Calibri Light" panose="020F0302020204030204" pitchFamily="34" charset="0"/>
          <a:ea typeface="+mn-ea"/>
          <a:cs typeface="Calibri Light" panose="020F0302020204030204" pitchFamily="34" charset="0"/>
        </a:defRPr>
      </a:lvl1pPr>
      <a:lvl2pPr marL="266700" indent="-266700" algn="l" defTabSz="685800" rtl="0" eaLnBrk="1" latinLnBrk="0" hangingPunct="1">
        <a:lnSpc>
          <a:spcPct val="100000"/>
        </a:lnSpc>
        <a:spcBef>
          <a:spcPts val="375"/>
        </a:spcBef>
        <a:buClr>
          <a:srgbClr val="2A3651"/>
        </a:buClr>
        <a:buFont typeface="Arial" panose="020B0604020202020204" pitchFamily="34" charset="0"/>
        <a:buChar char="•"/>
        <a:defRPr lang="en-US" sz="1200" b="0" i="0" kern="1200" dirty="0" smtClean="0">
          <a:solidFill>
            <a:srgbClr val="2A3651"/>
          </a:solidFill>
          <a:latin typeface="Calibri Light" panose="020F0302020204030204" pitchFamily="34" charset="0"/>
          <a:ea typeface="+mn-ea"/>
          <a:cs typeface="Calibri Light" panose="020F0302020204030204" pitchFamily="34" charset="0"/>
        </a:defRPr>
      </a:lvl2pPr>
      <a:lvl3pPr marL="438150" indent="-171450" algn="l" defTabSz="685800" rtl="0" eaLnBrk="1" latinLnBrk="0" hangingPunct="1">
        <a:lnSpc>
          <a:spcPct val="100000"/>
        </a:lnSpc>
        <a:spcBef>
          <a:spcPts val="375"/>
        </a:spcBef>
        <a:buClr>
          <a:srgbClr val="2A3651"/>
        </a:buClr>
        <a:buFont typeface="Arial" panose="020B0604020202020204" pitchFamily="34" charset="0"/>
        <a:buChar char="‒"/>
        <a:defRPr lang="en-US" sz="1200" kern="1200" dirty="0" smtClean="0">
          <a:solidFill>
            <a:srgbClr val="2A3651"/>
          </a:solidFill>
          <a:latin typeface="Calibri Light" panose="020F0302020204030204" pitchFamily="34" charset="0"/>
          <a:ea typeface="+mn-ea"/>
          <a:cs typeface="Calibri Light" panose="020F0302020204030204" pitchFamily="34" charset="0"/>
        </a:defRPr>
      </a:lvl3pPr>
      <a:lvl4pPr marL="717550" indent="-177800" algn="l" defTabSz="685800" rtl="0" eaLnBrk="1" latinLnBrk="0" hangingPunct="1">
        <a:lnSpc>
          <a:spcPct val="100000"/>
        </a:lnSpc>
        <a:spcBef>
          <a:spcPts val="375"/>
        </a:spcBef>
        <a:buClr>
          <a:schemeClr val="tx1"/>
        </a:buClr>
        <a:buFont typeface="Arial" panose="020B0604020202020204" pitchFamily="34" charset="0"/>
        <a:buChar char="‒"/>
        <a:defRPr sz="1600" kern="1200" baseline="0">
          <a:solidFill>
            <a:schemeClr val="tx1"/>
          </a:solidFill>
          <a:latin typeface="Calibri Light" panose="020F0302020204030204" pitchFamily="34" charset="0"/>
          <a:ea typeface="+mn-ea"/>
          <a:cs typeface="Calibri Light" panose="020F0302020204030204" pitchFamily="34" charset="0"/>
        </a:defRPr>
      </a:lvl4pPr>
      <a:lvl5pPr marL="1079500" indent="-184150" algn="l" defTabSz="685800" rtl="0" eaLnBrk="1" latinLnBrk="0" hangingPunct="1">
        <a:lnSpc>
          <a:spcPct val="100000"/>
        </a:lnSpc>
        <a:spcBef>
          <a:spcPts val="375"/>
        </a:spcBef>
        <a:buClr>
          <a:schemeClr val="tx1"/>
        </a:buClr>
        <a:buFont typeface="Arial" panose="020B0604020202020204" pitchFamily="34" charset="0"/>
        <a:buChar char="•"/>
        <a:defRPr sz="1600" kern="1200" baseline="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295" userDrawn="1">
          <p15:clr>
            <a:srgbClr val="F26B43"/>
          </p15:clr>
        </p15:guide>
        <p15:guide id="1" pos="5692" userDrawn="1">
          <p15:clr>
            <a:srgbClr val="F26B43"/>
          </p15:clr>
        </p15:guide>
        <p15:guide id="2" orient="horz" pos="436" userDrawn="1">
          <p15:clr>
            <a:srgbClr val="F26B43"/>
          </p15:clr>
        </p15:guide>
        <p15:guide id="3" orient="horz" pos="958" userDrawn="1">
          <p15:clr>
            <a:srgbClr val="F26B43"/>
          </p15:clr>
        </p15:guide>
        <p15:guide id="4" orient="horz" pos="4224" userDrawn="1">
          <p15:clr>
            <a:srgbClr val="F26B43"/>
          </p15:clr>
        </p15:guide>
        <p15:guide id="5" pos="192"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9.tiff"/><Relationship Id="rId2" Type="http://schemas.openxmlformats.org/officeDocument/2006/relationships/tags" Target="../tags/tag15.xml"/><Relationship Id="rId1" Type="http://schemas.openxmlformats.org/officeDocument/2006/relationships/vmlDrawing" Target="../drawings/vmlDrawing10.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10.jpeg"/><Relationship Id="rId2" Type="http://schemas.openxmlformats.org/officeDocument/2006/relationships/tags" Target="../tags/tag17.xml"/><Relationship Id="rId1" Type="http://schemas.openxmlformats.org/officeDocument/2006/relationships/vmlDrawing" Target="../drawings/vmlDrawing11.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11.jpeg"/><Relationship Id="rId2" Type="http://schemas.openxmlformats.org/officeDocument/2006/relationships/tags" Target="../tags/tag19.xml"/><Relationship Id="rId1" Type="http://schemas.openxmlformats.org/officeDocument/2006/relationships/vmlDrawing" Target="../drawings/vmlDrawing12.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12.jpeg"/><Relationship Id="rId2" Type="http://schemas.openxmlformats.org/officeDocument/2006/relationships/tags" Target="../tags/tag21.xml"/><Relationship Id="rId1" Type="http://schemas.openxmlformats.org/officeDocument/2006/relationships/vmlDrawing" Target="../drawings/vmlDrawing13.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13.jpeg"/><Relationship Id="rId2" Type="http://schemas.openxmlformats.org/officeDocument/2006/relationships/tags" Target="../tags/tag23.xml"/><Relationship Id="rId1" Type="http://schemas.openxmlformats.org/officeDocument/2006/relationships/vmlDrawing" Target="../drawings/vmlDrawing14.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4.jpeg"/><Relationship Id="rId2" Type="http://schemas.openxmlformats.org/officeDocument/2006/relationships/tags" Target="../tags/tag25.xml"/><Relationship Id="rId1" Type="http://schemas.openxmlformats.org/officeDocument/2006/relationships/vmlDrawing" Target="../drawings/vmlDrawing15.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3.jpeg"/><Relationship Id="rId2" Type="http://schemas.openxmlformats.org/officeDocument/2006/relationships/tags" Target="../tags/tag27.xml"/><Relationship Id="rId1" Type="http://schemas.openxmlformats.org/officeDocument/2006/relationships/vmlDrawing" Target="../drawings/vmlDrawing16.vml"/><Relationship Id="rId6" Type="http://schemas.openxmlformats.org/officeDocument/2006/relationships/image" Target="../media/image7.emf"/><Relationship Id="rId5" Type="http://schemas.openxmlformats.org/officeDocument/2006/relationships/oleObject" Target="../embeddings/oleObject10.bin"/><Relationship Id="rId4"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0F1A8F-7729-2046-91B6-F7EDEC537AD0}"/>
              </a:ext>
            </a:extLst>
          </p:cNvPr>
          <p:cNvSpPr>
            <a:spLocks noGrp="1"/>
          </p:cNvSpPr>
          <p:nvPr>
            <p:ph type="body" sz="quarter" idx="10"/>
          </p:nvPr>
        </p:nvSpPr>
        <p:spPr>
          <a:xfrm>
            <a:off x="476957" y="5084986"/>
            <a:ext cx="6866818" cy="447119"/>
          </a:xfrm>
        </p:spPr>
        <p:txBody>
          <a:bodyPr>
            <a:normAutofit lnSpcReduction="10000"/>
          </a:bodyPr>
          <a:lstStyle/>
          <a:p>
            <a:r>
              <a:rPr lang="en-NL" sz="2400" dirty="0">
                <a:solidFill>
                  <a:schemeClr val="bg1"/>
                </a:solidFill>
              </a:rPr>
              <a:t>SOW development studies (draft)</a:t>
            </a:r>
          </a:p>
        </p:txBody>
      </p:sp>
    </p:spTree>
    <p:extLst>
      <p:ext uri="{BB962C8B-B14F-4D97-AF65-F5344CB8AC3E}">
        <p14:creationId xmlns:p14="http://schemas.microsoft.com/office/powerpoint/2010/main" val="3316531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0245"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Waste Characterization Study</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1</a:t>
            </a:fld>
            <a:endParaRPr lang="nl-NL" sz="750" dirty="0"/>
          </a:p>
        </p:txBody>
      </p:sp>
      <p:pic>
        <p:nvPicPr>
          <p:cNvPr id="11" name="Picture 10">
            <a:extLst>
              <a:ext uri="{FF2B5EF4-FFF2-40B4-BE49-F238E27FC236}">
                <a16:creationId xmlns:a16="http://schemas.microsoft.com/office/drawing/2014/main" id="{BE3257CD-4FED-CB43-B093-CFCF9EB1ED68}"/>
              </a:ext>
            </a:extLst>
          </p:cNvPr>
          <p:cNvPicPr>
            <a:picLocks noChangeAspect="1"/>
          </p:cNvPicPr>
          <p:nvPr/>
        </p:nvPicPr>
        <p:blipFill>
          <a:blip r:embed="rId7"/>
          <a:stretch>
            <a:fillRect/>
          </a:stretch>
        </p:blipFill>
        <p:spPr>
          <a:xfrm>
            <a:off x="4845183" y="1543327"/>
            <a:ext cx="3958501" cy="2232962"/>
          </a:xfrm>
          <a:prstGeom prst="rect">
            <a:avLst/>
          </a:prstGeom>
        </p:spPr>
      </p:pic>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2329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a:t>
            </a:r>
          </a:p>
          <a:p>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In general,</a:t>
            </a:r>
            <a:r>
              <a:rPr lang="en-US" sz="1200" dirty="0">
                <a:solidFill>
                  <a:srgbClr val="000000"/>
                </a:solidFill>
                <a:latin typeface="Calibri Light" panose="020F0302020204030204" pitchFamily="34" charset="0"/>
                <a:cs typeface="Calibri Light" panose="020F0302020204030204" pitchFamily="34" charset="0"/>
              </a:rPr>
              <a:t> a waste characterization study defines the composition of the waste and ensures that:</a:t>
            </a:r>
            <a:endParaRPr lang="en-NL" sz="1200" dirty="0">
              <a:solidFill>
                <a:srgbClr val="000000"/>
              </a:solidFill>
              <a:latin typeface="Calibri Light" panose="020F0302020204030204" pitchFamily="34" charset="0"/>
              <a:cs typeface="Calibri Light" panose="020F0302020204030204" pitchFamily="34" charset="0"/>
            </a:endParaRPr>
          </a:p>
          <a:p>
            <a:r>
              <a:rPr lang="en-US" sz="1200" dirty="0">
                <a:solidFill>
                  <a:srgbClr val="000000"/>
                </a:solidFill>
                <a:latin typeface="Calibri Light" panose="020F0302020204030204" pitchFamily="34" charset="0"/>
                <a:cs typeface="Calibri Light" panose="020F0302020204030204" pitchFamily="34" charset="0"/>
              </a:rPr>
              <a:t> </a:t>
            </a:r>
            <a:endParaRPr lang="en-NL" sz="1200" dirty="0">
              <a:solidFill>
                <a:srgbClr val="000000"/>
              </a:solidFill>
              <a:latin typeface="Calibri Light" panose="020F0302020204030204" pitchFamily="34" charset="0"/>
              <a:cs typeface="Calibri Light" panose="020F0302020204030204" pitchFamily="34" charset="0"/>
            </a:endParaRPr>
          </a:p>
          <a:p>
            <a:pPr marL="171450" lvl="0" indent="-17145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The calorific value of the waste is known. This is a basic variable for a valid business case of the WtE plant; needs to be completed with deviations from the mean, especially regarding pollutants (HCl, SO</a:t>
            </a:r>
            <a:r>
              <a:rPr lang="en-US" sz="1200" baseline="-25000" dirty="0">
                <a:solidFill>
                  <a:srgbClr val="000000"/>
                </a:solidFill>
                <a:latin typeface="Calibri Light" panose="020F0302020204030204" pitchFamily="34" charset="0"/>
                <a:cs typeface="Calibri Light" panose="020F0302020204030204" pitchFamily="34" charset="0"/>
              </a:rPr>
              <a:t>2</a:t>
            </a:r>
            <a:r>
              <a:rPr lang="en-US" sz="1200" dirty="0">
                <a:solidFill>
                  <a:srgbClr val="000000"/>
                </a:solidFill>
                <a:latin typeface="Calibri Light" panose="020F0302020204030204" pitchFamily="34" charset="0"/>
                <a:cs typeface="Calibri Light" panose="020F0302020204030204" pitchFamily="34" charset="0"/>
              </a:rPr>
              <a:t>, Hg etc.) and CV. </a:t>
            </a:r>
          </a:p>
          <a:p>
            <a:pPr marL="171450" indent="-17145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Composition of the waste is determined according to valid methods.</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940637"/>
            <a:ext cx="8463367" cy="25522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Sampling plan</a:t>
            </a: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Plan defines sampling method; population determination, area, number of samples, locations, intervals, </a:t>
            </a:r>
            <a:r>
              <a:rPr lang="en-US" sz="1200" dirty="0" err="1">
                <a:solidFill>
                  <a:srgbClr val="000000"/>
                </a:solidFill>
                <a:latin typeface="Calibri Light" panose="020F0302020204030204" pitchFamily="34" charset="0"/>
                <a:cs typeface="Calibri Light" panose="020F0302020204030204" pitchFamily="34" charset="0"/>
              </a:rPr>
              <a:t>etc</a:t>
            </a:r>
            <a:endParaRPr lang="en-US" sz="1200" dirty="0">
              <a:solidFill>
                <a:srgbClr val="000000"/>
              </a:solidFill>
              <a:latin typeface="Calibri Light" panose="020F0302020204030204" pitchFamily="34" charset="0"/>
              <a:cs typeface="Calibri Light" panose="020F0302020204030204" pitchFamily="34" charset="0"/>
            </a:endParaRP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To be executed in 2 sampling campaigns (dry season wet season), and or other seasons when relevant</a:t>
            </a: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Method for bomb- calorific instrument and the equipment used for grinding</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Sampling according to </a:t>
            </a:r>
            <a:r>
              <a:rPr lang="en-US" sz="1200" i="1" dirty="0">
                <a:solidFill>
                  <a:srgbClr val="000000"/>
                </a:solidFill>
                <a:latin typeface="Calibri Light" panose="020F0302020204030204" pitchFamily="34" charset="0"/>
                <a:cs typeface="Calibri Light" panose="020F0302020204030204" pitchFamily="34" charset="0"/>
              </a:rPr>
              <a:t>EN15442 methods for sampling of solid recovered fuels</a:t>
            </a:r>
            <a:r>
              <a:rPr lang="en-US" sz="1200" dirty="0">
                <a:solidFill>
                  <a:srgbClr val="000000"/>
                </a:solidFill>
                <a:latin typeface="Calibri Light" panose="020F0302020204030204" pitchFamily="34" charset="0"/>
                <a:cs typeface="Calibri Light" panose="020F0302020204030204" pitchFamily="34" charset="0"/>
              </a:rPr>
              <a:t>. The sample size 300 kg and each sample should consist of 12 increments of approximately 25 kg, or according to </a:t>
            </a:r>
            <a:r>
              <a:rPr lang="en-US" sz="1200" i="1" dirty="0">
                <a:solidFill>
                  <a:srgbClr val="000000"/>
                </a:solidFill>
                <a:latin typeface="Calibri Light" panose="020F0302020204030204" pitchFamily="34" charset="0"/>
                <a:cs typeface="Calibri Light" panose="020F0302020204030204" pitchFamily="34" charset="0"/>
              </a:rPr>
              <a:t>ASTM D5231-92 determination of the composition of unprocessed MSW</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Sorting according to </a:t>
            </a:r>
            <a:r>
              <a:rPr lang="en-US" sz="1200" i="1" dirty="0">
                <a:solidFill>
                  <a:srgbClr val="000000"/>
                </a:solidFill>
                <a:latin typeface="Calibri Light" panose="020F0302020204030204" pitchFamily="34" charset="0"/>
                <a:cs typeface="Calibri Light" panose="020F0302020204030204" pitchFamily="34" charset="0"/>
              </a:rPr>
              <a:t>EN15440 Methods for the determination of the biomass content of solid recovered fuels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Sample preparation according to </a:t>
            </a:r>
            <a:r>
              <a:rPr lang="en-US" sz="1200" i="1" dirty="0">
                <a:solidFill>
                  <a:srgbClr val="000000"/>
                </a:solidFill>
                <a:latin typeface="Calibri Light" panose="020F0302020204030204" pitchFamily="34" charset="0"/>
                <a:cs typeface="Calibri Light" panose="020F0302020204030204" pitchFamily="34" charset="0"/>
              </a:rPr>
              <a:t>EN15443 methods for sample preparation of solid recovered fuels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Analysis &amp; Reporting (interim report after first sampling campaign required)</a:t>
            </a:r>
            <a:endParaRPr lang="en-NL" sz="1200" dirty="0">
              <a:solidFill>
                <a:srgbClr val="000000"/>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69169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1269"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Permit analysis</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2</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1469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Objectives</a:t>
            </a:r>
          </a:p>
          <a:p>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The permit analysis will provide guidance to the project with respect to the countries permitting process, permit requirements and regulatory obligations for the proposed activities. Permits are defined as all permits, licenses, approvals, provisions, and notifications necessary to allow legal start of the proposed activities. </a:t>
            </a:r>
          </a:p>
          <a:p>
            <a:endParaRPr lang="en-GB" sz="1200" dirty="0">
              <a:solidFill>
                <a:srgbClr val="000000"/>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The analysis shall cover all types of regulatory submittals (at all levels that apply – national, local) and it will also cover the different phases of the activities (i.e. construction, operations).</a:t>
            </a:r>
          </a:p>
          <a:p>
            <a:endParaRPr lang="en-GB" sz="1200" dirty="0">
              <a:solidFill>
                <a:srgbClr val="000000"/>
              </a:solidFill>
              <a:latin typeface="Calibri Light" panose="020F0302020204030204" pitchFamily="34" charset="0"/>
              <a:cs typeface="Calibri Light" panose="020F0302020204030204" pitchFamily="34" charset="0"/>
            </a:endParaRPr>
          </a:p>
          <a:p>
            <a:endParaRPr lang="en-GB"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880909"/>
            <a:ext cx="8463367" cy="2611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The permit analysis report must contain:</a:t>
            </a:r>
          </a:p>
          <a:p>
            <a:endParaRPr lang="en-GB" sz="1200" dirty="0">
              <a:solidFill>
                <a:srgbClr val="000000"/>
              </a:solidFill>
              <a:latin typeface="Calibri Light" panose="020F0302020204030204" pitchFamily="34" charset="0"/>
              <a:cs typeface="Calibri Light" panose="020F0302020204030204" pitchFamily="34" charset="0"/>
            </a:endParaRP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Framework. A summary of the regulatory framework that applies to the project components.</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Permitting process. Provide detailed specific information about the key permitting process. Also, it will provide flowcharts and descriptions of the</a:t>
            </a:r>
          </a:p>
          <a:p>
            <a:pPr marL="628650" lvl="1" indent="-171450">
              <a:buFontTx/>
              <a:buChar char="-"/>
            </a:pPr>
            <a:r>
              <a:rPr lang="en-GB" sz="1200" dirty="0">
                <a:solidFill>
                  <a:srgbClr val="000000"/>
                </a:solidFill>
                <a:latin typeface="Calibri Light" panose="020F0302020204030204" pitchFamily="34" charset="0"/>
                <a:cs typeface="Calibri Light" panose="020F0302020204030204" pitchFamily="34" charset="0"/>
              </a:rPr>
              <a:t>various steps </a:t>
            </a:r>
          </a:p>
          <a:p>
            <a:pPr marL="628650" lvl="1" indent="-171450">
              <a:buFontTx/>
              <a:buChar char="-"/>
            </a:pPr>
            <a:r>
              <a:rPr lang="en-GB" sz="1200" dirty="0">
                <a:solidFill>
                  <a:srgbClr val="000000"/>
                </a:solidFill>
                <a:latin typeface="Calibri Light" panose="020F0302020204030204" pitchFamily="34" charset="0"/>
                <a:cs typeface="Calibri Light" panose="020F0302020204030204" pitchFamily="34" charset="0"/>
              </a:rPr>
              <a:t>ministry interactions / input that would need to occur</a:t>
            </a:r>
          </a:p>
          <a:p>
            <a:pPr marL="628650" lvl="1" indent="-171450">
              <a:buFontTx/>
              <a:buChar char="-"/>
            </a:pPr>
            <a:r>
              <a:rPr lang="en-GB" sz="1200" dirty="0">
                <a:solidFill>
                  <a:srgbClr val="000000"/>
                </a:solidFill>
                <a:latin typeface="Calibri Light" panose="020F0302020204030204" pitchFamily="34" charset="0"/>
                <a:cs typeface="Calibri Light" panose="020F0302020204030204" pitchFamily="34" charset="0"/>
              </a:rPr>
              <a:t>timing of activities</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Permitting requirements. Data requirements to be developed / gathered for each step / permit</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Regulatory Agencies. Provide a summary of each of the applicable regulatory agencies that provide support and approvals with which the project must engage at various intervals. Present a brief description of these agencies and their primary role.</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Summary of Regulatory Submittals. This is a table that breaks down all the applicable regulatory submittals that apply to the Project.</a:t>
            </a:r>
          </a:p>
        </p:txBody>
      </p:sp>
      <p:pic>
        <p:nvPicPr>
          <p:cNvPr id="32770" name="Picture 2" descr="Asian Flight Permit Requirements 101 – Part 1: General Considerations">
            <a:extLst>
              <a:ext uri="{FF2B5EF4-FFF2-40B4-BE49-F238E27FC236}">
                <a16:creationId xmlns:a16="http://schemas.microsoft.com/office/drawing/2014/main" id="{C22E1156-20F3-1B4E-97EE-4809879507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6684" y="1543326"/>
            <a:ext cx="3937000" cy="214692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15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2293"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Grid Study</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3</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2329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a:t>
            </a:r>
          </a:p>
          <a:p>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In general,</a:t>
            </a:r>
            <a:r>
              <a:rPr lang="en-US" sz="1200" dirty="0">
                <a:solidFill>
                  <a:srgbClr val="000000"/>
                </a:solidFill>
                <a:latin typeface="Calibri Light" panose="020F0302020204030204" pitchFamily="34" charset="0"/>
                <a:cs typeface="Calibri Light" panose="020F0302020204030204" pitchFamily="34" charset="0"/>
              </a:rPr>
              <a:t> a grid study is to develop an interconnection scheme between the HE WtE Power Plant and the projected transmission line / network, for stable and reliable evacuation of electrical power</a:t>
            </a:r>
          </a:p>
          <a:p>
            <a:endParaRPr lang="en-US" sz="1200" dirty="0">
              <a:solidFill>
                <a:srgbClr val="000000"/>
              </a:solidFill>
              <a:latin typeface="Calibri Light" panose="020F0302020204030204" pitchFamily="34" charset="0"/>
              <a:cs typeface="Calibri Light" panose="020F0302020204030204" pitchFamily="34" charset="0"/>
            </a:endParaRPr>
          </a:p>
          <a:p>
            <a:r>
              <a:rPr lang="en-US" sz="1200" dirty="0">
                <a:solidFill>
                  <a:srgbClr val="000000"/>
                </a:solidFill>
                <a:latin typeface="Calibri Light" panose="020F0302020204030204" pitchFamily="34" charset="0"/>
                <a:cs typeface="Calibri Light" panose="020F0302020204030204" pitchFamily="34" charset="0"/>
              </a:rPr>
              <a:t>Results of the grid study will be the needed for electricity generation license.</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940637"/>
            <a:ext cx="8463367" cy="25522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Load Flow and Contingency Analysis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Steady-state analysis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Reporting, including:</a:t>
            </a: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Interconnection with national grid, distance and name of nearest grid;</a:t>
            </a: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Capacity transmission of the grid;</a:t>
            </a:r>
          </a:p>
          <a:p>
            <a:pPr marL="685800" lvl="1" indent="-228600">
              <a:buFont typeface="Arial" panose="020B0604020202020204" pitchFamily="34" charset="0"/>
              <a:buChar char="•"/>
            </a:pPr>
            <a:r>
              <a:rPr lang="en-US" sz="1200" dirty="0">
                <a:solidFill>
                  <a:srgbClr val="000000"/>
                </a:solidFill>
                <a:latin typeface="Calibri Light" panose="020F0302020204030204" pitchFamily="34" charset="0"/>
                <a:cs typeface="Calibri Light" panose="020F0302020204030204" pitchFamily="34" charset="0"/>
              </a:rPr>
              <a:t>Grid stability for on of power evacuation, check for redundancy of connections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In later stage; Dynamic and transient stability analysis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Overview of regulations, standards and norm for electrical installations </a:t>
            </a:r>
          </a:p>
        </p:txBody>
      </p:sp>
      <p:pic>
        <p:nvPicPr>
          <p:cNvPr id="30722" name="Picture 2" descr="Switching Power Grid to DC Could Boost its Capacity | Machine Design">
            <a:extLst>
              <a:ext uri="{FF2B5EF4-FFF2-40B4-BE49-F238E27FC236}">
                <a16:creationId xmlns:a16="http://schemas.microsoft.com/office/drawing/2014/main" id="{FDA2107A-1801-754D-9A5F-BD18DA1806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6279" y="1543327"/>
            <a:ext cx="3987405" cy="2232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435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3317"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Environmental and Social Impact Assessment (ESIA)</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4</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7"/>
            <a:ext cx="4375830" cy="2386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Objectives</a:t>
            </a:r>
          </a:p>
          <a:p>
            <a:endParaRPr lang="en-GB" sz="1200" dirty="0">
              <a:solidFill>
                <a:schemeClr val="tx1"/>
              </a:solidFill>
              <a:latin typeface="Calibri Light" panose="020F0302020204030204" pitchFamily="34" charset="0"/>
              <a:cs typeface="Calibri Light" panose="020F0302020204030204" pitchFamily="34" charset="0"/>
            </a:endParaRP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inform decision-makers and the public of the environmental consequences of implementing the WtE plant. </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identify, predict, and analysis of the impacts on the environment and people in the project area of influence. </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identify alternatives and mitigation measures to reduce the environmental effect of the WtE plant. </a:t>
            </a: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EIA process plays significant role in the overall decision-making by promoting transparency and public involvement</a:t>
            </a:r>
          </a:p>
          <a:p>
            <a:endParaRPr lang="en-GB" sz="1200" dirty="0">
              <a:solidFill>
                <a:srgbClr val="000000"/>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Results are needed for construction / operational permits &amp; funding</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4106455"/>
            <a:ext cx="8463367" cy="2386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r>
              <a:rPr lang="en-US" sz="1200" dirty="0">
                <a:solidFill>
                  <a:srgbClr val="000000"/>
                </a:solidFill>
                <a:latin typeface="Calibri Light" panose="020F0302020204030204" pitchFamily="34" charset="0"/>
                <a:cs typeface="Calibri Light" panose="020F0302020204030204" pitchFamily="34" charset="0"/>
              </a:rPr>
              <a:t>Assessment of:</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Policy, legal, and administrative framework </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Project description </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Baseline data</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Environmental impacts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Social impact</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Analysis of alternatives</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Environmental Management Plan (EMP). Covers mitigation measures, monitoring, and institutional strengthening</a:t>
            </a:r>
          </a:p>
          <a:p>
            <a:pPr marL="228600" indent="-228600">
              <a:buFont typeface="+mj-lt"/>
              <a:buAutoNum type="arabicPeriod"/>
            </a:pPr>
            <a:r>
              <a:rPr lang="en-US" sz="1200" dirty="0">
                <a:solidFill>
                  <a:srgbClr val="000000"/>
                </a:solidFill>
                <a:latin typeface="Calibri Light" panose="020F0302020204030204" pitchFamily="34" charset="0"/>
                <a:cs typeface="Calibri Light" panose="020F0302020204030204" pitchFamily="34" charset="0"/>
              </a:rPr>
              <a:t>Report, including executive summary with concisely discusses significant findings and recommended actions.</a:t>
            </a:r>
          </a:p>
          <a:p>
            <a:endParaRPr lang="en-US" sz="900" dirty="0">
              <a:solidFill>
                <a:srgbClr val="000000"/>
              </a:solidFill>
              <a:latin typeface="Calibri Light" panose="020F0302020204030204" pitchFamily="34" charset="0"/>
              <a:cs typeface="Calibri Light" panose="020F0302020204030204" pitchFamily="34" charset="0"/>
            </a:endParaRPr>
          </a:p>
          <a:p>
            <a:r>
              <a:rPr lang="en-US" sz="900" dirty="0">
                <a:solidFill>
                  <a:srgbClr val="000000"/>
                </a:solidFill>
                <a:latin typeface="Calibri Light" panose="020F0302020204030204" pitchFamily="34" charset="0"/>
                <a:cs typeface="Calibri Light" panose="020F0302020204030204" pitchFamily="34" charset="0"/>
              </a:rPr>
              <a:t>According to IFC Performance Standards</a:t>
            </a:r>
          </a:p>
        </p:txBody>
      </p:sp>
      <p:pic>
        <p:nvPicPr>
          <p:cNvPr id="31746" name="Picture 2" descr="The Environmental Impact of Mail - DOCUMENT Strategy Media">
            <a:extLst>
              <a:ext uri="{FF2B5EF4-FFF2-40B4-BE49-F238E27FC236}">
                <a16:creationId xmlns:a16="http://schemas.microsoft.com/office/drawing/2014/main" id="{B0821E89-121B-D64F-AFC5-C102343454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6255" y="1543327"/>
            <a:ext cx="3987430" cy="2386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879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4341"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Geotechnical / Topographical Study</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5</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1469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Objectives</a:t>
            </a:r>
          </a:p>
          <a:p>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To determine if all the conditions are met for a sound and environmentally safe construction on the proposed site</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880909"/>
            <a:ext cx="8463367" cy="2611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Soil investigation study </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Composition of soil layers</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Geotechnical study</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Aviation limits</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History and artifacts </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Determine if there is war legacy </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Availability of water</a:t>
            </a:r>
          </a:p>
        </p:txBody>
      </p:sp>
      <p:pic>
        <p:nvPicPr>
          <p:cNvPr id="10" name="Picture 9" descr="A picture containing outdoor, sky, ground, grass&#10;&#10;Description automatically generated">
            <a:extLst>
              <a:ext uri="{FF2B5EF4-FFF2-40B4-BE49-F238E27FC236}">
                <a16:creationId xmlns:a16="http://schemas.microsoft.com/office/drawing/2014/main" id="{E7794B76-7E54-474C-A194-02E1178CC97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1210" r="2" b="10992"/>
          <a:stretch/>
        </p:blipFill>
        <p:spPr>
          <a:xfrm>
            <a:off x="4874063" y="1543327"/>
            <a:ext cx="3929621" cy="2146927"/>
          </a:xfrm>
          <a:prstGeom prst="rect">
            <a:avLst/>
          </a:prstGeom>
        </p:spPr>
      </p:pic>
    </p:spTree>
    <p:extLst>
      <p:ext uri="{BB962C8B-B14F-4D97-AF65-F5344CB8AC3E}">
        <p14:creationId xmlns:p14="http://schemas.microsoft.com/office/powerpoint/2010/main" val="2788638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5365"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dirty="0"/>
              <a:t>Waste Management Study</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6</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1469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Objectives</a:t>
            </a:r>
          </a:p>
          <a:p>
            <a:endParaRPr lang="en-GB" sz="1200" dirty="0">
              <a:solidFill>
                <a:schemeClr val="tx1"/>
              </a:solidFill>
              <a:latin typeface="Calibri Light" panose="020F0302020204030204" pitchFamily="34" charset="0"/>
              <a:cs typeface="Calibri Light" panose="020F0302020204030204" pitchFamily="34" charset="0"/>
            </a:endParaRPr>
          </a:p>
          <a:p>
            <a:r>
              <a:rPr lang="en-GB" sz="1200" dirty="0">
                <a:solidFill>
                  <a:srgbClr val="000000"/>
                </a:solidFill>
                <a:latin typeface="Calibri Light" panose="020F0302020204030204" pitchFamily="34" charset="0"/>
                <a:cs typeface="Calibri Light" panose="020F0302020204030204" pitchFamily="34" charset="0"/>
              </a:rPr>
              <a:t>To determine the future development of the waste composition and calorific value</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880909"/>
            <a:ext cx="8463367" cy="2611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Recycle potential in the current MSW</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Current waste management strategy and collection schemes</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Population (current, expected, economic, wealth, etc.)</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Policies, regulations and waste management strategies (in development)</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Financial structure for waste management</a:t>
            </a:r>
          </a:p>
          <a:p>
            <a:pPr marL="228600" indent="-228600">
              <a:buAutoNum type="arabicPeriod"/>
            </a:pPr>
            <a:endParaRPr lang="en-US" sz="1200" dirty="0">
              <a:solidFill>
                <a:srgbClr val="000000"/>
              </a:solidFill>
              <a:latin typeface="Calibri Light" panose="020F0302020204030204" pitchFamily="34" charset="0"/>
              <a:cs typeface="Calibri Light" panose="020F0302020204030204" pitchFamily="34" charset="0"/>
            </a:endParaRPr>
          </a:p>
          <a:p>
            <a:endParaRPr lang="en-US" sz="1200" dirty="0">
              <a:solidFill>
                <a:srgbClr val="000000"/>
              </a:solidFill>
              <a:latin typeface="Calibri Light" panose="020F0302020204030204" pitchFamily="34" charset="0"/>
              <a:cs typeface="Calibri Light" panose="020F0302020204030204" pitchFamily="34" charset="0"/>
            </a:endParaRPr>
          </a:p>
          <a:p>
            <a:pPr marL="228600" indent="-228600">
              <a:buAutoNum type="arabicPeriod"/>
            </a:pPr>
            <a:endParaRPr lang="en-US" sz="1200" dirty="0">
              <a:solidFill>
                <a:srgbClr val="000000"/>
              </a:solidFill>
              <a:latin typeface="Calibri Light" panose="020F0302020204030204" pitchFamily="34" charset="0"/>
              <a:cs typeface="Calibri Light" panose="020F0302020204030204" pitchFamily="34" charset="0"/>
            </a:endParaRPr>
          </a:p>
          <a:p>
            <a:pPr marL="228600" indent="-228600">
              <a:buAutoNum type="arabicPeriod"/>
            </a:pPr>
            <a:endParaRPr lang="en-US" sz="1200" dirty="0">
              <a:solidFill>
                <a:srgbClr val="000000"/>
              </a:solidFill>
              <a:latin typeface="Calibri Light" panose="020F0302020204030204" pitchFamily="34" charset="0"/>
              <a:cs typeface="Calibri Light" panose="020F0302020204030204" pitchFamily="34" charset="0"/>
            </a:endParaRPr>
          </a:p>
        </p:txBody>
      </p:sp>
      <p:pic>
        <p:nvPicPr>
          <p:cNvPr id="33794" name="Picture 2" descr="Waste Management and Critical Raw Materials | edX">
            <a:extLst>
              <a:ext uri="{FF2B5EF4-FFF2-40B4-BE49-F238E27FC236}">
                <a16:creationId xmlns:a16="http://schemas.microsoft.com/office/drawing/2014/main" id="{177E76EE-9F39-FC44-9F55-AF74262BE9B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6007"/>
          <a:stretch/>
        </p:blipFill>
        <p:spPr bwMode="auto">
          <a:xfrm>
            <a:off x="4948395" y="1538046"/>
            <a:ext cx="3855289" cy="2146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682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409F4DB0-D641-4EB0-AC79-045C98D2B181}"/>
              </a:ext>
            </a:extLst>
          </p:cNvPr>
          <p:cNvGraphicFramePr>
            <a:graphicFrameLocks noChangeAspect="1"/>
          </p:cNvGraphicFramePr>
          <p:nvPr>
            <p:custDataLst>
              <p:tags r:id="rId2"/>
            </p:custDataLst>
          </p:nvPr>
        </p:nvGraphicFramePr>
        <p:xfrm>
          <a:off x="1144191" y="858441"/>
          <a:ext cx="1191" cy="1191"/>
        </p:xfrm>
        <a:graphic>
          <a:graphicData uri="http://schemas.openxmlformats.org/presentationml/2006/ole">
            <mc:AlternateContent xmlns:mc="http://schemas.openxmlformats.org/markup-compatibility/2006">
              <mc:Choice xmlns:v="urn:schemas-microsoft-com:vml" Requires="v">
                <p:oleObj spid="_x0000_s16389" name="think-cell Slide" r:id="rId5" imgW="294" imgH="294" progId="TCLayout.ActiveDocument.1">
                  <p:embed/>
                </p:oleObj>
              </mc:Choice>
              <mc:Fallback>
                <p:oleObj name="think-cell Slide" r:id="rId5" imgW="294" imgH="294" progId="TCLayout.ActiveDocument.1">
                  <p:embed/>
                  <p:pic>
                    <p:nvPicPr>
                      <p:cNvPr id="13" name="Object 12" hidden="1">
                        <a:extLst>
                          <a:ext uri="{FF2B5EF4-FFF2-40B4-BE49-F238E27FC236}">
                            <a16:creationId xmlns:a16="http://schemas.microsoft.com/office/drawing/2014/main" id="{409F4DB0-D641-4EB0-AC79-045C98D2B181}"/>
                          </a:ext>
                        </a:extLst>
                      </p:cNvPr>
                      <p:cNvPicPr/>
                      <p:nvPr/>
                    </p:nvPicPr>
                    <p:blipFill>
                      <a:blip r:embed="rId6"/>
                      <a:stretch>
                        <a:fillRect/>
                      </a:stretch>
                    </p:blipFill>
                    <p:spPr>
                      <a:xfrm>
                        <a:off x="1144191" y="858441"/>
                        <a:ext cx="1191" cy="1191"/>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42AC736D-A12E-4DE6-9B63-19F2CF84CF14}"/>
              </a:ext>
            </a:extLst>
          </p:cNvPr>
          <p:cNvSpPr/>
          <p:nvPr>
            <p:custDataLst>
              <p:tags r:id="rId3"/>
            </p:custDataLst>
          </p:nvPr>
        </p:nvSpPr>
        <p:spPr>
          <a:xfrm>
            <a:off x="1143000" y="857250"/>
            <a:ext cx="119063" cy="119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defTabSz="685800">
              <a:defRPr/>
            </a:pPr>
            <a:endParaRPr lang="en-US" sz="1500" err="1">
              <a:solidFill>
                <a:srgbClr val="2A3651"/>
              </a:solidFill>
              <a:latin typeface="Calibri Light" panose="020F0302020204030204" pitchFamily="34" charset="0"/>
              <a:cs typeface="Calibri Light" panose="020F0302020204030204" pitchFamily="34" charset="0"/>
              <a:sym typeface="Calibri Light" panose="020F0302020204030204" pitchFamily="34" charset="0"/>
            </a:endParaRPr>
          </a:p>
        </p:txBody>
      </p:sp>
      <p:sp>
        <p:nvSpPr>
          <p:cNvPr id="2" name="Title 1">
            <a:extLst>
              <a:ext uri="{FF2B5EF4-FFF2-40B4-BE49-F238E27FC236}">
                <a16:creationId xmlns:a16="http://schemas.microsoft.com/office/drawing/2014/main" id="{04E05C74-C2FD-40E7-AAF3-5BB6157891B3}"/>
              </a:ext>
            </a:extLst>
          </p:cNvPr>
          <p:cNvSpPr>
            <a:spLocks noGrp="1"/>
          </p:cNvSpPr>
          <p:nvPr>
            <p:ph type="title"/>
          </p:nvPr>
        </p:nvSpPr>
        <p:spPr/>
        <p:txBody>
          <a:bodyPr>
            <a:noAutofit/>
          </a:bodyPr>
          <a:lstStyle/>
          <a:p>
            <a:r>
              <a:rPr lang="en-US" sz="2100"/>
              <a:t>Other Studies [TBD]</a:t>
            </a:r>
            <a:endParaRPr lang="en-NL" sz="2100" dirty="0"/>
          </a:p>
        </p:txBody>
      </p:sp>
      <p:sp>
        <p:nvSpPr>
          <p:cNvPr id="3" name="Slide Number Placeholder 2">
            <a:extLst>
              <a:ext uri="{FF2B5EF4-FFF2-40B4-BE49-F238E27FC236}">
                <a16:creationId xmlns:a16="http://schemas.microsoft.com/office/drawing/2014/main" id="{7A62D75C-B7A4-4557-8033-BB4B5ABB4C7F}"/>
              </a:ext>
            </a:extLst>
          </p:cNvPr>
          <p:cNvSpPr>
            <a:spLocks noGrp="1"/>
          </p:cNvSpPr>
          <p:nvPr>
            <p:ph type="sldNum" sz="quarter" idx="11"/>
          </p:nvPr>
        </p:nvSpPr>
        <p:spPr/>
        <p:txBody>
          <a:bodyPr/>
          <a:lstStyle/>
          <a:p>
            <a:pPr defTabSz="685800">
              <a:defRPr/>
            </a:pPr>
            <a:fld id="{3131893D-A0E0-4BEF-8FC1-EE1E60E7E04A}" type="slidenum">
              <a:rPr lang="nl-NL" sz="750"/>
              <a:pPr defTabSz="685800">
                <a:defRPr/>
              </a:pPr>
              <a:t>7</a:t>
            </a:fld>
            <a:endParaRPr lang="nl-NL" sz="750" dirty="0"/>
          </a:p>
        </p:txBody>
      </p:sp>
      <p:cxnSp>
        <p:nvCxnSpPr>
          <p:cNvPr id="14" name="Rechte verbindingslijn 14">
            <a:extLst>
              <a:ext uri="{FF2B5EF4-FFF2-40B4-BE49-F238E27FC236}">
                <a16:creationId xmlns:a16="http://schemas.microsoft.com/office/drawing/2014/main" id="{DE1BFAC2-AEFE-164F-B7FD-10F7C5683EC7}"/>
              </a:ext>
            </a:extLst>
          </p:cNvPr>
          <p:cNvCxnSpPr/>
          <p:nvPr/>
        </p:nvCxnSpPr>
        <p:spPr>
          <a:xfrm>
            <a:off x="340316" y="1224052"/>
            <a:ext cx="84633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BC0C75A-35A0-5249-8638-AEADF6544F5E}"/>
              </a:ext>
            </a:extLst>
          </p:cNvPr>
          <p:cNvSpPr/>
          <p:nvPr/>
        </p:nvSpPr>
        <p:spPr>
          <a:xfrm>
            <a:off x="340316" y="1543328"/>
            <a:ext cx="4375830" cy="21469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Objectives</a:t>
            </a:r>
          </a:p>
          <a:p>
            <a:endParaRPr lang="en-GB" sz="1200" dirty="0">
              <a:solidFill>
                <a:schemeClr val="tx1"/>
              </a:solidFill>
              <a:latin typeface="Calibri Light" panose="020F0302020204030204" pitchFamily="34" charset="0"/>
              <a:cs typeface="Calibri Light" panose="020F0302020204030204" pitchFamily="34" charset="0"/>
            </a:endParaRPr>
          </a:p>
          <a:p>
            <a:pPr marL="171450" indent="-171450">
              <a:buFont typeface="Arial" panose="020B0604020202020204" pitchFamily="34" charset="0"/>
              <a:buChar char="•"/>
            </a:pPr>
            <a:r>
              <a:rPr lang="en-GB" sz="1200">
                <a:solidFill>
                  <a:srgbClr val="000000"/>
                </a:solidFill>
                <a:latin typeface="Calibri Light" panose="020F0302020204030204" pitchFamily="34" charset="0"/>
                <a:cs typeface="Calibri Light" panose="020F0302020204030204" pitchFamily="34" charset="0"/>
              </a:rPr>
              <a:t>Map Logistics</a:t>
            </a:r>
            <a:endParaRPr lang="en-GB" sz="1200" dirty="0">
              <a:solidFill>
                <a:srgbClr val="000000"/>
              </a:solidFill>
              <a:latin typeface="Calibri Light" panose="020F0302020204030204" pitchFamily="34" charset="0"/>
              <a:cs typeface="Calibri Light" panose="020F0302020204030204" pitchFamily="34" charset="0"/>
            </a:endParaRPr>
          </a:p>
          <a:p>
            <a:pPr marL="171450" indent="-171450">
              <a:buFont typeface="Arial" panose="020B0604020202020204" pitchFamily="34" charset="0"/>
              <a:buChar char="•"/>
            </a:pPr>
            <a:r>
              <a:rPr lang="en-GB" sz="1200" dirty="0">
                <a:solidFill>
                  <a:srgbClr val="000000"/>
                </a:solidFill>
                <a:latin typeface="Calibri Light" panose="020F0302020204030204" pitchFamily="34" charset="0"/>
                <a:cs typeface="Calibri Light" panose="020F0302020204030204" pitchFamily="34" charset="0"/>
              </a:rPr>
              <a:t>Availability of Resources / chemicals (lime, bicarbonate, ammonia, active coke)</a:t>
            </a:r>
            <a:endParaRPr lang="en-NL" sz="1200" dirty="0">
              <a:solidFill>
                <a:srgbClr val="000000"/>
              </a:solidFill>
              <a:latin typeface="Calibri Light" panose="020F0302020204030204" pitchFamily="34" charset="0"/>
              <a:cs typeface="Calibri Light" panose="020F0302020204030204" pitchFamily="34" charset="0"/>
            </a:endParaRPr>
          </a:p>
        </p:txBody>
      </p:sp>
      <p:sp>
        <p:nvSpPr>
          <p:cNvPr id="15" name="Rectangle 14">
            <a:extLst>
              <a:ext uri="{FF2B5EF4-FFF2-40B4-BE49-F238E27FC236}">
                <a16:creationId xmlns:a16="http://schemas.microsoft.com/office/drawing/2014/main" id="{466961A7-CA94-7A4B-9452-A8304DFF1055}"/>
              </a:ext>
            </a:extLst>
          </p:cNvPr>
          <p:cNvSpPr/>
          <p:nvPr/>
        </p:nvSpPr>
        <p:spPr>
          <a:xfrm>
            <a:off x="340317" y="3880909"/>
            <a:ext cx="8463367" cy="2611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400" u="sng" dirty="0">
                <a:solidFill>
                  <a:schemeClr val="tx1"/>
                </a:solidFill>
                <a:latin typeface="Calibri Light" panose="020F0302020204030204" pitchFamily="34" charset="0"/>
                <a:cs typeface="Calibri Light" panose="020F0302020204030204" pitchFamily="34" charset="0"/>
              </a:rPr>
              <a:t>Scope or Work</a:t>
            </a:r>
          </a:p>
          <a:p>
            <a:endParaRPr lang="en-GB" sz="1200" dirty="0">
              <a:solidFill>
                <a:schemeClr val="tx1"/>
              </a:solidFill>
              <a:latin typeface="Calibri Light" panose="020F0302020204030204" pitchFamily="34" charset="0"/>
              <a:cs typeface="Calibri Light" panose="020F0302020204030204" pitchFamily="34" charset="0"/>
            </a:endParaRP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Determine logistic obstacles from Port of call to project site</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Permits for special transports</a:t>
            </a:r>
          </a:p>
          <a:p>
            <a:pPr marL="228600" indent="-228600">
              <a:buAutoNum type="arabicPeriod"/>
            </a:pPr>
            <a:r>
              <a:rPr lang="en-US" sz="1200" dirty="0">
                <a:solidFill>
                  <a:srgbClr val="000000"/>
                </a:solidFill>
                <a:latin typeface="Calibri Light" panose="020F0302020204030204" pitchFamily="34" charset="0"/>
                <a:cs typeface="Calibri Light" panose="020F0302020204030204" pitchFamily="34" charset="0"/>
              </a:rPr>
              <a:t>Availability of resource materials (</a:t>
            </a:r>
            <a:r>
              <a:rPr lang="en-GB" sz="1200" dirty="0">
                <a:solidFill>
                  <a:srgbClr val="000000"/>
                </a:solidFill>
                <a:latin typeface="Calibri Light" panose="020F0302020204030204" pitchFamily="34" charset="0"/>
                <a:cs typeface="Calibri Light" panose="020F0302020204030204" pitchFamily="34" charset="0"/>
              </a:rPr>
              <a:t>chemicals; lime, bicarbonate, ammonia or urea, active coke, nitrogen)</a:t>
            </a:r>
          </a:p>
          <a:p>
            <a:pPr marL="228600" indent="-228600">
              <a:buAutoNum type="arabicPeriod"/>
            </a:pPr>
            <a:r>
              <a:rPr lang="en-GB" sz="1200" dirty="0">
                <a:solidFill>
                  <a:srgbClr val="000000"/>
                </a:solidFill>
                <a:latin typeface="Calibri Light" panose="020F0302020204030204" pitchFamily="34" charset="0"/>
                <a:cs typeface="Calibri Light" panose="020F0302020204030204" pitchFamily="34" charset="0"/>
              </a:rPr>
              <a:t>Hazardous landfill opportunities </a:t>
            </a:r>
          </a:p>
          <a:p>
            <a:pPr marL="228600" indent="-228600">
              <a:buAutoNum type="arabicPeriod"/>
            </a:pPr>
            <a:r>
              <a:rPr lang="en-GB" sz="1200" dirty="0">
                <a:solidFill>
                  <a:srgbClr val="000000"/>
                </a:solidFill>
                <a:latin typeface="Calibri Light" panose="020F0302020204030204" pitchFamily="34" charset="0"/>
                <a:cs typeface="Calibri Light" panose="020F0302020204030204" pitchFamily="34" charset="0"/>
              </a:rPr>
              <a:t>Legislation around leaching in relation to bottom-ash reuse in tiles and sewage piping.</a:t>
            </a:r>
            <a:endParaRPr lang="en-US" sz="1200" dirty="0">
              <a:solidFill>
                <a:srgbClr val="000000"/>
              </a:solidFill>
              <a:latin typeface="Calibri Light" panose="020F0302020204030204" pitchFamily="34" charset="0"/>
              <a:cs typeface="Calibri Light" panose="020F0302020204030204" pitchFamily="34" charset="0"/>
            </a:endParaRPr>
          </a:p>
          <a:p>
            <a:pPr marL="228600" indent="-228600">
              <a:buAutoNum type="arabicPeriod"/>
            </a:pPr>
            <a:endParaRPr lang="en-US" sz="1200" dirty="0">
              <a:solidFill>
                <a:srgbClr val="000000"/>
              </a:solidFill>
              <a:latin typeface="Calibri Light" panose="020F0302020204030204" pitchFamily="34" charset="0"/>
              <a:cs typeface="Calibri Light" panose="020F0302020204030204" pitchFamily="34" charset="0"/>
            </a:endParaRPr>
          </a:p>
        </p:txBody>
      </p:sp>
      <p:pic>
        <p:nvPicPr>
          <p:cNvPr id="10" name="Picture 9" descr="A picture containing outdoor, sky, ground, grass&#10;&#10;Description automatically generated">
            <a:extLst>
              <a:ext uri="{FF2B5EF4-FFF2-40B4-BE49-F238E27FC236}">
                <a16:creationId xmlns:a16="http://schemas.microsoft.com/office/drawing/2014/main" id="{E7794B76-7E54-474C-A194-02E1178CC97A}"/>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11210" r="2" b="10992"/>
          <a:stretch/>
        </p:blipFill>
        <p:spPr>
          <a:xfrm>
            <a:off x="4874063" y="1543327"/>
            <a:ext cx="3929621" cy="2146927"/>
          </a:xfrm>
          <a:prstGeom prst="rect">
            <a:avLst/>
          </a:prstGeom>
        </p:spPr>
      </p:pic>
    </p:spTree>
    <p:extLst>
      <p:ext uri="{BB962C8B-B14F-4D97-AF65-F5344CB8AC3E}">
        <p14:creationId xmlns:p14="http://schemas.microsoft.com/office/powerpoint/2010/main" val="1134649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THINKCELLPRESENTATIONDONOTDELETE" val="&lt;?xml version=&quot;1.0&quot; encoding=&quot;UTF-16&quot; standalone=&quot;yes&quot;?&gt;&lt;root reqver=&quot;25060&quot;&gt;&lt;version val=&quot;2825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11&quot;&gt;&lt;elem m_fUsage=&quot;3.20387380764809082123E+00&quot;&gt;&lt;m_msothmcolidx val=&quot;0&quot;/&gt;&lt;m_rgb r=&quot;2A&quot; g=&quot;63&quot; b=&quot;47&quot;/&gt;&lt;m_nBrightness endver=&quot;26206&quot; val=&quot;0&quot;/&gt;&lt;/elem&gt;&lt;elem m_fUsage=&quot;1.54500976969345527046E+00&quot;&gt;&lt;m_msothmcolidx val=&quot;0&quot;/&gt;&lt;m_rgb r=&quot;5F&quot; g=&quot;B2&quot; b=&quot;46&quot;/&gt;&lt;m_nBrightness endver=&quot;26206&quot; val=&quot;0&quot;/&gt;&lt;/elem&gt;&lt;elem m_fUsage=&quot;1.45955020766639553820E+00&quot;&gt;&lt;m_msothmcolidx val=&quot;0&quot;/&gt;&lt;m_rgb r=&quot;82&quot; g=&quot;B9&quot; b=&quot;84&quot;/&gt;&lt;m_nBrightness endver=&quot;26206&quot; val=&quot;0&quot;/&gt;&lt;/elem&gt;&lt;elem m_fUsage=&quot;1.00000000000000000000E+00&quot;&gt;&lt;m_msothmcolidx val=&quot;0&quot;/&gt;&lt;m_rgb r=&quot;00&quot; g=&quot;3D&quot; b=&quot;80&quot;/&gt;&lt;m_nBrightness endver=&quot;26206&quot; val=&quot;0&quot;/&gt;&lt;/elem&gt;&lt;elem m_fUsage=&quot;9.00000000000000022204E-01&quot;&gt;&lt;m_msothmcolidx val=&quot;0&quot;/&gt;&lt;m_rgb r=&quot;C9&quot; g=&quot;E5&quot; b=&quot;C0&quot;/&gt;&lt;m_nBrightness endver=&quot;26206&quot; val=&quot;0&quot;/&gt;&lt;/elem&gt;&lt;elem m_fUsage=&quot;7.42218183365366490634E-01&quot;&gt;&lt;m_msothmcolidx val=&quot;0&quot;/&gt;&lt;m_rgb r=&quot;D3&quot; g=&quot;13&quot; b=&quot;03&quot;/&gt;&lt;m_nBrightness endver=&quot;26206&quot; val=&quot;0&quot;/&gt;&lt;/elem&gt;&lt;elem m_fUsage=&quot;6.85920952146969131746E-01&quot;&gt;&lt;m_msothmcolidx val=&quot;0&quot;/&gt;&lt;m_rgb r=&quot;DD&quot; g=&quot;EE&quot; b=&quot;D8&quot;/&gt;&lt;m_nBrightness endver=&quot;26206&quot; val=&quot;0&quot;/&gt;&lt;/elem&gt;&lt;elem m_fUsage=&quot;1.55248410504319284131E-01&quot;&gt;&lt;m_msothmcolidx val=&quot;0&quot;/&gt;&lt;m_rgb r=&quot;23&quot; g=&quot;CB&quot; b=&quot;05&quot;/&gt;&lt;m_nBrightness endver=&quot;26206&quot; val=&quot;0&quot;/&gt;&lt;/elem&gt;&lt;elem m_fUsage=&quot;1.51783722225187905908E-01&quot;&gt;&lt;m_msothmcolidx val=&quot;0&quot;/&gt;&lt;m_rgb r=&quot;44&quot; g=&quot;8F&quot; b=&quot;56&quot;/&gt;&lt;m_nBrightness endver=&quot;26206&quot; val=&quot;0&quot;/&gt;&lt;/elem&gt;&lt;elem m_fUsage=&quot;1.14185527802265512909E-01&quot;&gt;&lt;m_msothmcolidx val=&quot;0&quot;/&gt;&lt;m_rgb r=&quot;31&quot; g=&quot;7C&quot; b=&quot;64&quot;/&gt;&lt;m_nBrightness endver=&quot;26206&quot; val=&quot;0&quot;/&gt;&lt;/elem&gt;&lt;elem m_fUsage=&quot;4.63839768658810738117E-03&quot;&gt;&lt;m_msothmcolidx val=&quot;0&quot;/&gt;&lt;m_rgb r=&quot;F8&quot; g=&quot;96&quot; b=&quot;34&quot;/&gt;&lt;m_nBrightness endver=&quot;26206&quot;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d7xtWOGICG14SYjTpB3W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tc67V_ebA48jvR6nZzXVd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bSj1stJvG5OOMlxYS32arg"/>
</p:tagLst>
</file>

<file path=ppt/theme/theme1.xml><?xml version="1.0" encoding="utf-8"?>
<a:theme xmlns:a="http://schemas.openxmlformats.org/drawingml/2006/main" name="Stecc theme">
  <a:themeElements>
    <a:clrScheme name="Stecc_2">
      <a:dk1>
        <a:srgbClr val="2A3651"/>
      </a:dk1>
      <a:lt1>
        <a:sysClr val="window" lastClr="FFFFFF"/>
      </a:lt1>
      <a:dk2>
        <a:srgbClr val="1E4632"/>
      </a:dk2>
      <a:lt2>
        <a:srgbClr val="EEF1F6"/>
      </a:lt2>
      <a:accent1>
        <a:srgbClr val="485F8E"/>
      </a:accent1>
      <a:accent2>
        <a:srgbClr val="B4C1D9"/>
      </a:accent2>
      <a:accent3>
        <a:srgbClr val="439B6F"/>
      </a:accent3>
      <a:accent4>
        <a:srgbClr val="99D3B6"/>
      </a:accent4>
      <a:accent5>
        <a:srgbClr val="887349"/>
      </a:accent5>
      <a:accent6>
        <a:srgbClr val="C6B696"/>
      </a:accent6>
      <a:hlink>
        <a:srgbClr val="5F7BAD"/>
      </a:hlink>
      <a:folHlink>
        <a:srgbClr val="5F7B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chemeClr val="tx1"/>
            </a:solidFill>
            <a:latin typeface="Calibri Light" panose="020F0302020204030204" pitchFamily="34" charset="0"/>
            <a:cs typeface="Calibri Light" panose="020F03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1200" dirty="0" err="1" smtClean="0">
            <a:latin typeface="Calibri Light" panose="020F0302020204030204" pitchFamily="34" charset="0"/>
            <a:cs typeface="Calibri Light" panose="020F0302020204030204" pitchFamily="34" charset="0"/>
          </a:defRPr>
        </a:defPPr>
      </a:lstStyle>
    </a:txDef>
  </a:objectDefaults>
  <a:extraClrSchemeLst/>
  <a:extLst>
    <a:ext uri="{05A4C25C-085E-4340-85A3-A5531E510DB2}">
      <thm15:themeFamily xmlns:thm15="http://schemas.microsoft.com/office/thememl/2012/main" name="Stecc template 4x3_Original.potx" id="{07EF4CD0-A5DD-4CB4-A038-846CC61F1F30}" vid="{BC241C71-ACA3-4237-B3F6-2BB5608054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F17E05A209F474288CC0960A0D976AA" ma:contentTypeVersion="4" ma:contentTypeDescription="Een nieuw document maken." ma:contentTypeScope="" ma:versionID="299f198bf3ee59eb93d344b29dd0c9e1">
  <xsd:schema xmlns:xsd="http://www.w3.org/2001/XMLSchema" xmlns:xs="http://www.w3.org/2001/XMLSchema" xmlns:p="http://schemas.microsoft.com/office/2006/metadata/properties" xmlns:ns2="44ed4692-3252-4583-a46d-ba412b057162" targetNamespace="http://schemas.microsoft.com/office/2006/metadata/properties" ma:root="true" ma:fieldsID="83a27da88bad75fa387a5292b9278660" ns2:_="">
    <xsd:import namespace="44ed4692-3252-4583-a46d-ba412b05716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d4692-3252-4583-a46d-ba412b0571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5057A7-12FB-4EF3-91B8-92576BE521ED}">
  <ds:schemaRefs>
    <ds:schemaRef ds:uri="http://schemas.microsoft.com/sharepoint/v3/contenttype/forms"/>
  </ds:schemaRefs>
</ds:datastoreItem>
</file>

<file path=customXml/itemProps2.xml><?xml version="1.0" encoding="utf-8"?>
<ds:datastoreItem xmlns:ds="http://schemas.openxmlformats.org/officeDocument/2006/customXml" ds:itemID="{2CFE1E83-4EE4-4F67-83CD-330E664A12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d4692-3252-4583-a46d-ba412b0571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78EF1F1-AB42-40C3-B0FC-4F6AE970712F}">
  <ds:schemaRefs>
    <ds:schemaRef ds:uri="http://purl.org/dc/elements/1.1/"/>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http://purl.org/dc/terms/"/>
    <ds:schemaRef ds:uri="http://purl.org/dc/dcmitype/"/>
    <ds:schemaRef ds:uri="44ed4692-3252-4583-a46d-ba412b057162"/>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Stecc template 4x3_Original</Template>
  <TotalTime>667</TotalTime>
  <Words>911</Words>
  <Application>Microsoft Macintosh PowerPoint</Application>
  <PresentationFormat>On-screen Show (4:3)</PresentationFormat>
  <Paragraphs>118</Paragraphs>
  <Slides>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3" baseType="lpstr">
      <vt:lpstr>Arial</vt:lpstr>
      <vt:lpstr>Calibri</vt:lpstr>
      <vt:lpstr>Calibri Light</vt:lpstr>
      <vt:lpstr>Stecc theme</vt:lpstr>
      <vt:lpstr>think-cell Slide</vt:lpstr>
      <vt:lpstr>PowerPoint Presentation</vt:lpstr>
      <vt:lpstr>Waste Characterization Study</vt:lpstr>
      <vt:lpstr>Permit analysis</vt:lpstr>
      <vt:lpstr>Grid Study</vt:lpstr>
      <vt:lpstr>Environmental and Social Impact Assessment (ESIA)</vt:lpstr>
      <vt:lpstr>Geotechnical / Topographical Study</vt:lpstr>
      <vt:lpstr>Waste Management Study</vt:lpstr>
      <vt:lpstr>Other Studies [TBD]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AWECT</dc:creator>
  <cp:lastModifiedBy>Lars Rijswijk</cp:lastModifiedBy>
  <cp:revision>25</cp:revision>
  <cp:lastPrinted>2021-09-30T13:24:53Z</cp:lastPrinted>
  <dcterms:created xsi:type="dcterms:W3CDTF">2016-12-02T08:42:07Z</dcterms:created>
  <dcterms:modified xsi:type="dcterms:W3CDTF">2021-12-03T15:15:18Z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0x0101009F17E05A209F474288CC0960A0D976AA</vt:lpwstr>
  </property>
</Properties>
</file>