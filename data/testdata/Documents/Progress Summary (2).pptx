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4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4F84-253B-4008-A611-16DB8FC4E78C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6F410-0EBF-4095-A11B-EE7706260B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542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E4F84-253B-4008-A611-16DB8FC4E78C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6F410-0EBF-4095-A11B-EE7706260B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686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102513"/>
              </p:ext>
            </p:extLst>
          </p:nvPr>
        </p:nvGraphicFramePr>
        <p:xfrm>
          <a:off x="448406" y="762229"/>
          <a:ext cx="8212015" cy="5711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4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432"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latin typeface="GE Inspira" panose="020F0603030400020203" pitchFamily="34" charset="0"/>
                        </a:rPr>
                        <a:t>Project 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GE Inspira" panose="020F0603030400020203" pitchFamily="34" charset="0"/>
                        </a:rPr>
                        <a:t>Progress</a:t>
                      </a:r>
                    </a:p>
                    <a:p>
                      <a:pPr algn="ctr"/>
                      <a:r>
                        <a:rPr lang="en-GB" sz="800" dirty="0">
                          <a:latin typeface="GE Inspira" panose="020F0603030400020203" pitchFamily="34" charset="0"/>
                        </a:rPr>
                        <a:t>Sched</a:t>
                      </a:r>
                      <a:r>
                        <a:rPr lang="en-GB" sz="800" baseline="0" dirty="0">
                          <a:latin typeface="GE Inspira" panose="020F0603030400020203" pitchFamily="34" charset="0"/>
                        </a:rPr>
                        <a:t> / Perf</a:t>
                      </a:r>
                      <a:endParaRPr lang="en-GB" sz="800" dirty="0">
                        <a:latin typeface="GE Inspira" panose="020F0603030400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dirty="0">
                          <a:latin typeface="GE Inspira" panose="020F0603030400020203" pitchFamily="34" charset="0"/>
                        </a:rP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>
                          <a:latin typeface="GE Inspira" panose="020F0603030400020203" pitchFamily="34" charset="0"/>
                        </a:rPr>
                        <a:t>Key Issues / Actions</a:t>
                      </a:r>
                    </a:p>
                    <a:p>
                      <a:pPr algn="ctr"/>
                      <a:endParaRPr lang="en-GB" sz="1050" dirty="0">
                        <a:latin typeface="GE Inspira" panose="020F0603030400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92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GE Inspira" panose="020F0603030400020203" pitchFamily="34" charset="0"/>
                        </a:rPr>
                        <a:t>R166A</a:t>
                      </a:r>
                    </a:p>
                    <a:p>
                      <a:pPr algn="ctr"/>
                      <a:r>
                        <a:rPr lang="en-GB" sz="1100" dirty="0">
                          <a:latin typeface="GE Inspira" panose="020F0603030400020203" pitchFamily="34" charset="0"/>
                        </a:rPr>
                        <a:t>Neville Dodds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100" dirty="0">
                        <a:latin typeface="GE Inspira" panose="020F0603030400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GE Inspira" panose="020F0603030400020203" pitchFamily="34" charset="0"/>
                        </a:rPr>
                        <a:t>CR1404 Tape – Work underway to produce trial tapes.  Target for tape delivery</a:t>
                      </a:r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GE Inspira" panose="020F0603030400020203" pitchFamily="34" charset="0"/>
                        </a:rPr>
                        <a:t> is year end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050" dirty="0">
                        <a:solidFill>
                          <a:srgbClr val="FF0000"/>
                        </a:solidFill>
                        <a:latin typeface="GE Inspira" panose="020F0603030400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92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GE Inspira" panose="020F0603030400020203" pitchFamily="34" charset="0"/>
                        </a:rPr>
                        <a:t>R166B</a:t>
                      </a:r>
                    </a:p>
                    <a:p>
                      <a:pPr algn="ctr"/>
                      <a:r>
                        <a:rPr lang="en-GB" sz="1100" dirty="0">
                          <a:latin typeface="GE Inspira" panose="020F0603030400020203" pitchFamily="34" charset="0"/>
                        </a:rPr>
                        <a:t>Jim Latto / Vineet Jha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100" dirty="0">
                        <a:latin typeface="GE Inspira" panose="020F0603030400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GE Inspira" panose="020F0603030400020203" pitchFamily="34" charset="0"/>
                        </a:rPr>
                        <a:t>Materials engineering resource allocated to project – all materials categorisation and specifications to be handed over for progression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GE Inspira" panose="020F0603030400020203" pitchFamily="34" charset="0"/>
                        </a:rPr>
                        <a:t>Senior product development engineer allocated to progress test rig design and online monitoring for results (Including fibre optic system)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050" baseline="0" dirty="0">
                        <a:solidFill>
                          <a:schemeClr val="tx1"/>
                        </a:solidFill>
                        <a:latin typeface="GE Inspira" panose="020F0603030400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GE Inspira" panose="020F0603030400020203" pitchFamily="34" charset="0"/>
                        </a:rPr>
                        <a:t>Scope creep – Rosebank 10” – additional work to be accounted for.  Change control process needs to be implemented to capture additional requirements.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050" baseline="0" dirty="0">
                          <a:solidFill>
                            <a:schemeClr val="tx1"/>
                          </a:solidFill>
                          <a:latin typeface="GE Inspira" panose="020F0603030400020203" pitchFamily="34" charset="0"/>
                        </a:rPr>
                        <a:t>DNV engaged as consultants to ensure all development and qualification work within R166 program is in compliance with PB 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392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GE Inspira" panose="020F0603030400020203" pitchFamily="34" charset="0"/>
                        </a:rPr>
                        <a:t>R166C</a:t>
                      </a:r>
                    </a:p>
                    <a:p>
                      <a:pPr algn="ctr"/>
                      <a:r>
                        <a:rPr lang="en-GB" sz="1100" dirty="0">
                          <a:latin typeface="GE Inspira" panose="020F0603030400020203" pitchFamily="34" charset="0"/>
                        </a:rPr>
                        <a:t>Andrew Batchelor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100" dirty="0">
                        <a:latin typeface="GE Inspira" panose="020F0603030400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latin typeface="GE Inspira" panose="020F0603030400020203" pitchFamily="34" charset="0"/>
                        </a:rPr>
                        <a:t>Work ongoing and some savings in</a:t>
                      </a:r>
                      <a:r>
                        <a:rPr lang="en-GB" sz="1050" baseline="0" dirty="0">
                          <a:latin typeface="GE Inspira" panose="020F0603030400020203" pitchFamily="34" charset="0"/>
                        </a:rPr>
                        <a:t> timescale have already been realised.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baseline="0" dirty="0">
                          <a:latin typeface="GE Inspira" panose="020F0603030400020203" pitchFamily="34" charset="0"/>
                        </a:rPr>
                        <a:t>Andrew and team is progressing well and more progress / time saving is expected as design / build matures.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GB" sz="1050" dirty="0">
                        <a:latin typeface="GE Inspira" panose="020F0603030400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050" dirty="0">
                          <a:latin typeface="GE Inspira" panose="020F0603030400020203" pitchFamily="34" charset="0"/>
                        </a:rPr>
                        <a:t>Resource</a:t>
                      </a:r>
                      <a:r>
                        <a:rPr lang="en-GB" sz="1050" baseline="0" dirty="0">
                          <a:latin typeface="GE Inspira" panose="020F0603030400020203" pitchFamily="34" charset="0"/>
                        </a:rPr>
                        <a:t>  within manufacturing needs to be addressed to maintain progress.  CAPEX engineer is due to leave GE and may affect the progress of the factory preparation for module 1.. </a:t>
                      </a:r>
                      <a:endParaRPr lang="en-GB" sz="1050" dirty="0">
                        <a:latin typeface="GE Inspira" panose="020F0603030400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335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GE Inspira" panose="020F0603030400020203" pitchFamily="34" charset="0"/>
                        </a:rPr>
                        <a:t>R166D</a:t>
                      </a:r>
                    </a:p>
                    <a:p>
                      <a:pPr algn="ctr"/>
                      <a:r>
                        <a:rPr lang="en-GB" sz="1100" dirty="0">
                          <a:latin typeface="GE Inspira" panose="020F0603030400020203" pitchFamily="34" charset="0"/>
                        </a:rPr>
                        <a:t>Fabio </a:t>
                      </a:r>
                      <a:r>
                        <a:rPr lang="en-GB" sz="1100" dirty="0" err="1">
                          <a:latin typeface="GE Inspira" panose="020F0603030400020203" pitchFamily="34" charset="0"/>
                        </a:rPr>
                        <a:t>Pires</a:t>
                      </a:r>
                      <a:r>
                        <a:rPr lang="en-GB" sz="1100" dirty="0">
                          <a:latin typeface="GE Inspira" panose="020F0603030400020203" pitchFamily="34" charset="0"/>
                        </a:rPr>
                        <a:t> (</a:t>
                      </a:r>
                      <a:r>
                        <a:rPr lang="en-GB" sz="1100" dirty="0" err="1">
                          <a:latin typeface="GE Inspira" panose="020F0603030400020203" pitchFamily="34" charset="0"/>
                        </a:rPr>
                        <a:t>C1876</a:t>
                      </a:r>
                      <a:r>
                        <a:rPr lang="en-GB" sz="1100" dirty="0">
                          <a:latin typeface="GE Inspira" panose="020F0603030400020203" pitchFamily="34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100" dirty="0">
                        <a:latin typeface="GE Inspira" panose="020F0603030400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latin typeface="GE Inspira" panose="020F0603030400020203" pitchFamily="34" charset="0"/>
                        </a:rPr>
                        <a:t>Petrobras</a:t>
                      </a:r>
                      <a:r>
                        <a:rPr lang="en-GB" sz="1050" baseline="0" dirty="0">
                          <a:latin typeface="GE Inspira" panose="020F0603030400020203" pitchFamily="34" charset="0"/>
                        </a:rPr>
                        <a:t> draft specification for qualification received and initial review complete.  Worksop held in Rio WC 5</a:t>
                      </a:r>
                      <a:r>
                        <a:rPr lang="en-GB" sz="1050" baseline="30000" dirty="0">
                          <a:latin typeface="GE Inspira" panose="020F0603030400020203" pitchFamily="34" charset="0"/>
                        </a:rPr>
                        <a:t>th</a:t>
                      </a:r>
                      <a:r>
                        <a:rPr lang="en-GB" sz="1050" baseline="0" dirty="0">
                          <a:latin typeface="GE Inspira" panose="020F0603030400020203" pitchFamily="34" charset="0"/>
                        </a:rPr>
                        <a:t> Sep to discuss changes / requirements</a:t>
                      </a:r>
                      <a:endParaRPr lang="en-GB" sz="1050" dirty="0">
                        <a:latin typeface="GE Inspira" panose="020F0603030400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latin typeface="GE Inspira" panose="020F0603030400020203" pitchFamily="34" charset="0"/>
                        </a:rPr>
                        <a:t>Next Libra workshop will be end Nov 16.</a:t>
                      </a:r>
                      <a:r>
                        <a:rPr lang="en-GB" sz="1050" baseline="0" dirty="0">
                          <a:latin typeface="GE Inspira" panose="020F0603030400020203" pitchFamily="34" charset="0"/>
                        </a:rPr>
                        <a:t> Prior to this, we will produce a draft qualification spec with DNV 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baseline="0" dirty="0">
                          <a:latin typeface="GE Inspira" panose="020F0603030400020203" pitchFamily="34" charset="0"/>
                        </a:rPr>
                        <a:t>RFP for Libra due end Sep for FEED study</a:t>
                      </a:r>
                      <a:endParaRPr lang="en-GB" sz="1050" dirty="0">
                        <a:latin typeface="GE Inspira" panose="020F0603030400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392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GE Inspira" panose="020F0603030400020203" pitchFamily="34" charset="0"/>
                        </a:rPr>
                        <a:t>R166F</a:t>
                      </a:r>
                    </a:p>
                    <a:p>
                      <a:pPr algn="ctr"/>
                      <a:r>
                        <a:rPr lang="en-GB" sz="1100" dirty="0">
                          <a:latin typeface="GE Inspira" panose="020F0603030400020203" pitchFamily="34" charset="0"/>
                        </a:rPr>
                        <a:t>Jim Latto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100" dirty="0">
                        <a:latin typeface="GE Inspira" panose="020F0603030400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latin typeface="GE Inspira" panose="020F0603030400020203" pitchFamily="34" charset="0"/>
                        </a:rPr>
                        <a:t>IR tape consolidation</a:t>
                      </a:r>
                      <a:r>
                        <a:rPr lang="en-GB" sz="1050" baseline="0" dirty="0">
                          <a:latin typeface="GE Inspira" panose="020F0603030400020203" pitchFamily="34" charset="0"/>
                        </a:rPr>
                        <a:t> head delivered and installed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baseline="0" dirty="0">
                          <a:latin typeface="GE Inspira" panose="020F0603030400020203" pitchFamily="34" charset="0"/>
                        </a:rPr>
                        <a:t>DTR sample delivered to ETA in San Antonio – Team in attendance to setup and commence testing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baseline="0" dirty="0">
                          <a:latin typeface="GE Inspira" panose="020F0603030400020203" pitchFamily="34" charset="0"/>
                        </a:rPr>
                        <a:t>Mid-scale Thermal Cycle ongoing at 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latin typeface="GE Inspira" panose="020F0603030400020203" pitchFamily="34" charset="0"/>
                        </a:rPr>
                        <a:t>RPSEA contract / commitment due</a:t>
                      </a:r>
                      <a:r>
                        <a:rPr lang="en-GB" sz="1050" baseline="0" dirty="0">
                          <a:latin typeface="GE Inspira" panose="020F0603030400020203" pitchFamily="34" charset="0"/>
                        </a:rPr>
                        <a:t> to end  Sep 16.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50" baseline="0" dirty="0">
                          <a:latin typeface="GE Inspira" panose="020F0603030400020203" pitchFamily="34" charset="0"/>
                        </a:rPr>
                        <a:t>R166 program will  be responsible for funding and Completion of the DTR test  from October.  Requirement expected and covered in 2016 / 17 Budget.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Flowchart: Connector 2"/>
          <p:cNvSpPr/>
          <p:nvPr/>
        </p:nvSpPr>
        <p:spPr>
          <a:xfrm>
            <a:off x="2136525" y="1507745"/>
            <a:ext cx="193431" cy="193431"/>
          </a:xfrm>
          <a:prstGeom prst="flowChartConnecto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E Inspira" panose="020F0603030400020203" pitchFamily="34" charset="0"/>
            </a:endParaRPr>
          </a:p>
        </p:txBody>
      </p:sp>
      <p:sp>
        <p:nvSpPr>
          <p:cNvPr id="4" name="Flowchart: Connector 3"/>
          <p:cNvSpPr/>
          <p:nvPr/>
        </p:nvSpPr>
        <p:spPr>
          <a:xfrm>
            <a:off x="2136525" y="2667717"/>
            <a:ext cx="193431" cy="193431"/>
          </a:xfrm>
          <a:prstGeom prst="flowChartConnecto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E Inspira" panose="020F0603030400020203" pitchFamily="34" charset="0"/>
            </a:endParaRPr>
          </a:p>
        </p:txBody>
      </p:sp>
      <p:sp>
        <p:nvSpPr>
          <p:cNvPr id="5" name="Flowchart: Connector 4"/>
          <p:cNvSpPr/>
          <p:nvPr/>
        </p:nvSpPr>
        <p:spPr>
          <a:xfrm>
            <a:off x="2136525" y="4137791"/>
            <a:ext cx="193431" cy="193431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E Inspira" panose="020F0603030400020203" pitchFamily="34" charset="0"/>
            </a:endParaRPr>
          </a:p>
        </p:txBody>
      </p:sp>
      <p:sp>
        <p:nvSpPr>
          <p:cNvPr id="6" name="Flowchart: Connector 5"/>
          <p:cNvSpPr/>
          <p:nvPr/>
        </p:nvSpPr>
        <p:spPr>
          <a:xfrm>
            <a:off x="2136525" y="5164034"/>
            <a:ext cx="193431" cy="193431"/>
          </a:xfrm>
          <a:prstGeom prst="flowChartConnecto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E Inspira" panose="020F0603030400020203" pitchFamily="34" charset="0"/>
            </a:endParaRPr>
          </a:p>
        </p:txBody>
      </p:sp>
      <p:sp>
        <p:nvSpPr>
          <p:cNvPr id="7" name="Flowchart: Connector 6"/>
          <p:cNvSpPr/>
          <p:nvPr/>
        </p:nvSpPr>
        <p:spPr>
          <a:xfrm>
            <a:off x="2136525" y="5926893"/>
            <a:ext cx="193431" cy="193431"/>
          </a:xfrm>
          <a:prstGeom prst="flowChartConnecto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E Inspira" panose="020F0603030400020203" pitchFamily="34" charset="0"/>
            </a:endParaRPr>
          </a:p>
        </p:txBody>
      </p:sp>
      <p:sp>
        <p:nvSpPr>
          <p:cNvPr id="8" name="Title 5"/>
          <p:cNvSpPr txBox="1">
            <a:spLocks/>
          </p:cNvSpPr>
          <p:nvPr/>
        </p:nvSpPr>
        <p:spPr>
          <a:xfrm>
            <a:off x="448407" y="365126"/>
            <a:ext cx="8212015" cy="669907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>
                <a:solidFill>
                  <a:srgbClr val="4C4C4C"/>
                </a:solidFill>
                <a:latin typeface="GE Inspira"/>
                <a:cs typeface="GE Inspira"/>
              </a:rPr>
              <a:t>R166 Composites Development Program – Summary </a:t>
            </a:r>
            <a:r>
              <a:rPr lang="en-GB" sz="1200" dirty="0">
                <a:solidFill>
                  <a:srgbClr val="4C4C4C"/>
                </a:solidFill>
                <a:latin typeface="GE Inspira"/>
                <a:cs typeface="GE Inspira"/>
              </a:rPr>
              <a:t>Sep 16</a:t>
            </a:r>
            <a:endParaRPr lang="en-GB" sz="2400" dirty="0">
              <a:solidFill>
                <a:srgbClr val="4C4C4C"/>
              </a:solidFill>
              <a:latin typeface="GE Inspira"/>
              <a:cs typeface="GE Inspira"/>
            </a:endParaRPr>
          </a:p>
        </p:txBody>
      </p:sp>
    </p:spTree>
    <p:extLst>
      <p:ext uri="{BB962C8B-B14F-4D97-AF65-F5344CB8AC3E}">
        <p14:creationId xmlns:p14="http://schemas.microsoft.com/office/powerpoint/2010/main" val="3585013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Slide" ma:contentTypeID="0x010100A22E315B1F3C42B49A0E90D2F9AB5AB10058567A426063A64E9AE57B58D48063B4" ma:contentTypeVersion="0" ma:contentTypeDescription="Microsoft PowerPoint Slide" ma:contentTypeScope="" ma:versionID="06bc36440b9737931049e87a496d032a">
  <xsd:schema xmlns:xsd="http://www.w3.org/2001/XMLSchema" xmlns:xs="http://www.w3.org/2001/XMLSchema" xmlns:p="http://schemas.microsoft.com/office/2006/metadata/properties" xmlns:ns2="http://schemas.microsoft.com/sharepoint/v3" targetNamespace="http://schemas.microsoft.com/office/2006/metadata/properties" ma:root="true" ma:fieldsID="7932dd516c28b5387fecb8332d8cbe95" ns2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2:Presentation" minOccurs="0"/>
                <xsd:element ref="ns2:SlideDescrip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resentation" ma:index="1" nillable="true" ma:displayName="Presentation" ma:internalName="Presentation">
      <xsd:simpleType>
        <xsd:restriction base="dms:Text"/>
      </xsd:simpleType>
    </xsd:element>
    <xsd:element name="SlideDescription" ma:index="2" nillable="true" ma:displayName="Description" ma:internalName="SlideDescript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/>
        <xsd:element ref="dc:title" minOccurs="0" maxOccurs="1" ma:index="0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esentation xmlns="http://schemas.microsoft.com/sharepoint/v3">R166 Composites Development Program - Stakeholder Review</Presentation>
    <SlideDescription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864D1D90-E7CD-4AF9-8DDF-43CEC3F5B7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4328E8-EF44-45E6-A5A8-1DD84F13B97E}">
  <ds:schemaRefs>
    <ds:schemaRef ds:uri="http://purl.org/dc/elements/1.1/"/>
    <ds:schemaRef ds:uri="http://schemas.microsoft.com/office/2006/metadata/properties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10501</TotalTime>
  <Words>327</Words>
  <Application>Microsoft Office PowerPoint</Application>
  <PresentationFormat>On-screen Show (4:3)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GE Inspira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R166 Composites Development Program - Stakeholder Review July</dc:title>
  <dc:creator>Latto, James (GE Oil &amp; Gas)</dc:creator>
  <dc:description/>
  <cp:lastModifiedBy>jim latto</cp:lastModifiedBy>
  <cp:revision>45</cp:revision>
  <dcterms:created xsi:type="dcterms:W3CDTF">2016-06-14T07:14:47Z</dcterms:created>
  <dcterms:modified xsi:type="dcterms:W3CDTF">2016-09-06T21:57:37Z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0x010100A22E315B1F3C42B49A0E90D2F9AB5AB10058567A426063A64E9AE57B58D48063B4</vt:lpwstr>
  </property>
  <property fmtid="{D5CDD505-2E9C-101B-9397-08002B2CF9AE}" pid="3" name="WBS">
    <vt:lpwstr/>
  </property>
  <property fmtid="{D5CDD505-2E9C-101B-9397-08002B2CF9AE}" pid="4" name="ContentType">
    <vt:lpwstr>Slide</vt:lpwstr>
  </property>
  <property fmtid="{D5CDD505-2E9C-101B-9397-08002B2CF9AE}" pid="5" name="Presentation">
    <vt:lpwstr>R166 Composites Development Program - Stakeholder Review July</vt:lpwstr>
  </property>
  <property fmtid="{D5CDD505-2E9C-101B-9397-08002B2CF9AE}" pid="6" name="SlideDescription">
    <vt:lpwstr/>
  </property>
  <property fmtid="{D5CDD505-2E9C-101B-9397-08002B2CF9AE}" pid="7" name="Order">
    <vt:r8>600</vt:r8>
  </property>
</Properties>
</file>